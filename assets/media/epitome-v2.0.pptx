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58" r:id="rId5"/>
  </p:sldIdLst>
  <p:sldSz cx="45720000" cy="2743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4058"/>
    <a:srgbClr val="DFC469"/>
    <a:srgbClr val="E16F59"/>
    <a:srgbClr val="4EA799"/>
    <a:srgbClr val="F48247"/>
    <a:srgbClr val="FB6863"/>
    <a:srgbClr val="AD61FA"/>
    <a:srgbClr val="ECDC84"/>
    <a:srgbClr val="FFFFFF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844" autoAdjust="0"/>
  </p:normalViewPr>
  <p:slideViewPr>
    <p:cSldViewPr snapToGrid="0">
      <p:cViewPr varScale="1">
        <p:scale>
          <a:sx n="14" d="100"/>
          <a:sy n="14" d="100"/>
        </p:scale>
        <p:origin x="144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son, Jared D (DOH)" userId="92504013-c597-429b-a67d-c586dbfe9781" providerId="ADAL" clId="{A79EF7B5-D90B-4A7E-A208-864AEE145536}"/>
    <pc:docChg chg="undo custSel addSld delSld modSld">
      <pc:chgData name="Johnson, Jared D (DOH)" userId="92504013-c597-429b-a67d-c586dbfe9781" providerId="ADAL" clId="{A79EF7B5-D90B-4A7E-A208-864AEE145536}" dt="2026-04-03T20:21:28.633" v="2873" actId="1076"/>
      <pc:docMkLst>
        <pc:docMk/>
      </pc:docMkLst>
      <pc:sldChg chg="addSp delSp modSp add mod">
        <pc:chgData name="Johnson, Jared D (DOH)" userId="92504013-c597-429b-a67d-c586dbfe9781" providerId="ADAL" clId="{A79EF7B5-D90B-4A7E-A208-864AEE145536}" dt="2026-04-03T20:21:28.633" v="2873" actId="1076"/>
        <pc:sldMkLst>
          <pc:docMk/>
          <pc:sldMk cId="1410328859" sldId="258"/>
        </pc:sldMkLst>
        <pc:spChg chg="add mod">
          <ac:chgData name="Johnson, Jared D (DOH)" userId="92504013-c597-429b-a67d-c586dbfe9781" providerId="ADAL" clId="{A79EF7B5-D90B-4A7E-A208-864AEE145536}" dt="2026-03-12T16:05:31.369" v="2858" actId="1076"/>
          <ac:spMkLst>
            <pc:docMk/>
            <pc:sldMk cId="1410328859" sldId="258"/>
            <ac:spMk id="2" creationId="{4118F1D9-63F5-6B15-D3D4-9A22D63047B9}"/>
          </ac:spMkLst>
        </pc:spChg>
        <pc:spChg chg="mod">
          <ac:chgData name="Johnson, Jared D (DOH)" userId="92504013-c597-429b-a67d-c586dbfe9781" providerId="ADAL" clId="{A79EF7B5-D90B-4A7E-A208-864AEE145536}" dt="2026-03-12T16:03:28.691" v="2806" actId="14100"/>
          <ac:spMkLst>
            <pc:docMk/>
            <pc:sldMk cId="1410328859" sldId="258"/>
            <ac:spMk id="14" creationId="{39892FCC-FB03-4C98-DF8E-13440AFDFABE}"/>
          </ac:spMkLst>
        </pc:spChg>
        <pc:spChg chg="mod">
          <ac:chgData name="Johnson, Jared D (DOH)" userId="92504013-c597-429b-a67d-c586dbfe9781" providerId="ADAL" clId="{A79EF7B5-D90B-4A7E-A208-864AEE145536}" dt="2026-03-11T22:55:16.976" v="1897" actId="1076"/>
          <ac:spMkLst>
            <pc:docMk/>
            <pc:sldMk cId="1410328859" sldId="258"/>
            <ac:spMk id="33" creationId="{DC0F4E4F-7250-27C0-11AC-9546972EB690}"/>
          </ac:spMkLst>
        </pc:spChg>
        <pc:spChg chg="mod">
          <ac:chgData name="Johnson, Jared D (DOH)" userId="92504013-c597-429b-a67d-c586dbfe9781" providerId="ADAL" clId="{A79EF7B5-D90B-4A7E-A208-864AEE145536}" dt="2026-03-11T22:55:16.976" v="1897" actId="1076"/>
          <ac:spMkLst>
            <pc:docMk/>
            <pc:sldMk cId="1410328859" sldId="258"/>
            <ac:spMk id="47" creationId="{4F5902E6-6086-6C22-1D4F-D8D13D035481}"/>
          </ac:spMkLst>
        </pc:spChg>
        <pc:spChg chg="add mod">
          <ac:chgData name="Johnson, Jared D (DOH)" userId="92504013-c597-429b-a67d-c586dbfe9781" providerId="ADAL" clId="{A79EF7B5-D90B-4A7E-A208-864AEE145536}" dt="2026-03-11T22:55:16.976" v="1897" actId="1076"/>
          <ac:spMkLst>
            <pc:docMk/>
            <pc:sldMk cId="1410328859" sldId="258"/>
            <ac:spMk id="56" creationId="{1E002C90-2FF1-894B-0DB0-09E13530BC6A}"/>
          </ac:spMkLst>
        </pc:spChg>
        <pc:spChg chg="add mod">
          <ac:chgData name="Johnson, Jared D (DOH)" userId="92504013-c597-429b-a67d-c586dbfe9781" providerId="ADAL" clId="{A79EF7B5-D90B-4A7E-A208-864AEE145536}" dt="2026-03-11T22:43:53.739" v="1732" actId="1076"/>
          <ac:spMkLst>
            <pc:docMk/>
            <pc:sldMk cId="1410328859" sldId="258"/>
            <ac:spMk id="57" creationId="{5D30B0DA-2333-9289-A35A-14008B734887}"/>
          </ac:spMkLst>
        </pc:spChg>
        <pc:spChg chg="mod">
          <ac:chgData name="Johnson, Jared D (DOH)" userId="92504013-c597-429b-a67d-c586dbfe9781" providerId="ADAL" clId="{A79EF7B5-D90B-4A7E-A208-864AEE145536}" dt="2026-03-11T22:43:53.739" v="1732" actId="1076"/>
          <ac:spMkLst>
            <pc:docMk/>
            <pc:sldMk cId="1410328859" sldId="258"/>
            <ac:spMk id="62" creationId="{7488307B-91BF-1DC8-A875-EB9C23079CF4}"/>
          </ac:spMkLst>
        </pc:spChg>
        <pc:spChg chg="add mod">
          <ac:chgData name="Johnson, Jared D (DOH)" userId="92504013-c597-429b-a67d-c586dbfe9781" providerId="ADAL" clId="{A79EF7B5-D90B-4A7E-A208-864AEE145536}" dt="2026-03-11T22:43:53.739" v="1732" actId="1076"/>
          <ac:spMkLst>
            <pc:docMk/>
            <pc:sldMk cId="1410328859" sldId="258"/>
            <ac:spMk id="63" creationId="{4F0380EB-435F-28A4-4792-244EDAFC19C1}"/>
          </ac:spMkLst>
        </pc:spChg>
        <pc:spChg chg="mod">
          <ac:chgData name="Johnson, Jared D (DOH)" userId="92504013-c597-429b-a67d-c586dbfe9781" providerId="ADAL" clId="{A79EF7B5-D90B-4A7E-A208-864AEE145536}" dt="2026-03-11T22:43:48.504" v="1731" actId="1076"/>
          <ac:spMkLst>
            <pc:docMk/>
            <pc:sldMk cId="1410328859" sldId="258"/>
            <ac:spMk id="1025" creationId="{36E66F2B-96F9-32F3-A853-92DA91D64E6F}"/>
          </ac:spMkLst>
        </pc:spChg>
        <pc:spChg chg="add mod">
          <ac:chgData name="Johnson, Jared D (DOH)" userId="92504013-c597-429b-a67d-c586dbfe9781" providerId="ADAL" clId="{A79EF7B5-D90B-4A7E-A208-864AEE145536}" dt="2026-03-11T22:43:48.504" v="1731" actId="1076"/>
          <ac:spMkLst>
            <pc:docMk/>
            <pc:sldMk cId="1410328859" sldId="258"/>
            <ac:spMk id="1028" creationId="{4C9B6B33-DDA8-1936-8B64-C5269E23E8BE}"/>
          </ac:spMkLst>
        </pc:spChg>
        <pc:spChg chg="add mod">
          <ac:chgData name="Johnson, Jared D (DOH)" userId="92504013-c597-429b-a67d-c586dbfe9781" providerId="ADAL" clId="{A79EF7B5-D90B-4A7E-A208-864AEE145536}" dt="2026-03-11T22:43:48.504" v="1731" actId="1076"/>
          <ac:spMkLst>
            <pc:docMk/>
            <pc:sldMk cId="1410328859" sldId="258"/>
            <ac:spMk id="1029" creationId="{8FE9DE5A-B3A7-B6D1-6F74-26F62BDDD89E}"/>
          </ac:spMkLst>
        </pc:spChg>
        <pc:spChg chg="add mod">
          <ac:chgData name="Johnson, Jared D (DOH)" userId="92504013-c597-429b-a67d-c586dbfe9781" providerId="ADAL" clId="{A79EF7B5-D90B-4A7E-A208-864AEE145536}" dt="2026-03-11T22:43:41.739" v="1729" actId="1076"/>
          <ac:spMkLst>
            <pc:docMk/>
            <pc:sldMk cId="1410328859" sldId="258"/>
            <ac:spMk id="1045" creationId="{B9F8E498-9F75-517A-5D76-824B3A3D3CCC}"/>
          </ac:spMkLst>
        </pc:spChg>
        <pc:spChg chg="add mod">
          <ac:chgData name="Johnson, Jared D (DOH)" userId="92504013-c597-429b-a67d-c586dbfe9781" providerId="ADAL" clId="{A79EF7B5-D90B-4A7E-A208-864AEE145536}" dt="2026-03-11T22:43:41.739" v="1729" actId="1076"/>
          <ac:spMkLst>
            <pc:docMk/>
            <pc:sldMk cId="1410328859" sldId="258"/>
            <ac:spMk id="1046" creationId="{FB05D3B0-E38F-596C-B4ED-9EB11AF4BE18}"/>
          </ac:spMkLst>
        </pc:spChg>
        <pc:spChg chg="add mod">
          <ac:chgData name="Johnson, Jared D (DOH)" userId="92504013-c597-429b-a67d-c586dbfe9781" providerId="ADAL" clId="{A79EF7B5-D90B-4A7E-A208-864AEE145536}" dt="2026-03-11T22:43:41.739" v="1729" actId="1076"/>
          <ac:spMkLst>
            <pc:docMk/>
            <pc:sldMk cId="1410328859" sldId="258"/>
            <ac:spMk id="1047" creationId="{02D255A9-DFCA-0F59-CBBE-4F3C69B83556}"/>
          </ac:spMkLst>
        </pc:spChg>
        <pc:spChg chg="add mod">
          <ac:chgData name="Johnson, Jared D (DOH)" userId="92504013-c597-429b-a67d-c586dbfe9781" providerId="ADAL" clId="{A79EF7B5-D90B-4A7E-A208-864AEE145536}" dt="2026-03-11T23:06:37.697" v="2082" actId="1076"/>
          <ac:spMkLst>
            <pc:docMk/>
            <pc:sldMk cId="1410328859" sldId="258"/>
            <ac:spMk id="1114" creationId="{5DAC3C19-C805-C124-F0B8-B3F4889A3D84}"/>
          </ac:spMkLst>
        </pc:spChg>
        <pc:spChg chg="add mod ord">
          <ac:chgData name="Johnson, Jared D (DOH)" userId="92504013-c597-429b-a67d-c586dbfe9781" providerId="ADAL" clId="{A79EF7B5-D90B-4A7E-A208-864AEE145536}" dt="2026-03-12T14:42:36.672" v="2161" actId="1035"/>
          <ac:spMkLst>
            <pc:docMk/>
            <pc:sldMk cId="1410328859" sldId="258"/>
            <ac:spMk id="1115" creationId="{37C3B4E6-53EA-16EE-6966-8881380060AA}"/>
          </ac:spMkLst>
        </pc:spChg>
        <pc:spChg chg="add mod">
          <ac:chgData name="Johnson, Jared D (DOH)" userId="92504013-c597-429b-a67d-c586dbfe9781" providerId="ADAL" clId="{A79EF7B5-D90B-4A7E-A208-864AEE145536}" dt="2026-03-12T16:05:33.661" v="2859" actId="1076"/>
          <ac:spMkLst>
            <pc:docMk/>
            <pc:sldMk cId="1410328859" sldId="258"/>
            <ac:spMk id="1158" creationId="{27B6FFBD-1DF5-2D0B-E56A-5EB21BA16C2F}"/>
          </ac:spMkLst>
        </pc:spChg>
        <pc:spChg chg="add mod">
          <ac:chgData name="Johnson, Jared D (DOH)" userId="92504013-c597-429b-a67d-c586dbfe9781" providerId="ADAL" clId="{A79EF7B5-D90B-4A7E-A208-864AEE145536}" dt="2026-03-12T16:05:45.661" v="2860" actId="1076"/>
          <ac:spMkLst>
            <pc:docMk/>
            <pc:sldMk cId="1410328859" sldId="258"/>
            <ac:spMk id="1167" creationId="{446A1698-1225-53B4-1AFA-18190F1C7162}"/>
          </ac:spMkLst>
        </pc:spChg>
        <pc:spChg chg="add mod">
          <ac:chgData name="Johnson, Jared D (DOH)" userId="92504013-c597-429b-a67d-c586dbfe9781" providerId="ADAL" clId="{A79EF7B5-D90B-4A7E-A208-864AEE145536}" dt="2026-03-12T15:57:36.823" v="2614" actId="14100"/>
          <ac:spMkLst>
            <pc:docMk/>
            <pc:sldMk cId="1410328859" sldId="258"/>
            <ac:spMk id="1175" creationId="{C1A234AB-A0DF-BE76-D308-CABAF1575FEB}"/>
          </ac:spMkLst>
        </pc:spChg>
        <pc:spChg chg="add mod">
          <ac:chgData name="Johnson, Jared D (DOH)" userId="92504013-c597-429b-a67d-c586dbfe9781" providerId="ADAL" clId="{A79EF7B5-D90B-4A7E-A208-864AEE145536}" dt="2026-03-12T15:59:49.168" v="2769" actId="1076"/>
          <ac:spMkLst>
            <pc:docMk/>
            <pc:sldMk cId="1410328859" sldId="258"/>
            <ac:spMk id="1188" creationId="{82FF13AD-7695-9519-E616-70EF73C1B793}"/>
          </ac:spMkLst>
        </pc:spChg>
        <pc:spChg chg="mod">
          <ac:chgData name="Johnson, Jared D (DOH)" userId="92504013-c597-429b-a67d-c586dbfe9781" providerId="ADAL" clId="{A79EF7B5-D90B-4A7E-A208-864AEE145536}" dt="2026-04-03T20:20:58.507" v="2870" actId="20577"/>
          <ac:spMkLst>
            <pc:docMk/>
            <pc:sldMk cId="1410328859" sldId="258"/>
            <ac:spMk id="1311" creationId="{43636745-667E-B3C5-3152-2F31A9A53D87}"/>
          </ac:spMkLst>
        </pc:spChg>
        <pc:spChg chg="add mod">
          <ac:chgData name="Johnson, Jared D (DOH)" userId="92504013-c597-429b-a67d-c586dbfe9781" providerId="ADAL" clId="{A79EF7B5-D90B-4A7E-A208-864AEE145536}" dt="2026-03-11T22:43:41.739" v="1729" actId="1076"/>
          <ac:spMkLst>
            <pc:docMk/>
            <pc:sldMk cId="1410328859" sldId="258"/>
            <ac:spMk id="1408" creationId="{F3BC546F-5C88-7245-4C60-0181DB7D008F}"/>
          </ac:spMkLst>
        </pc:spChg>
        <pc:spChg chg="add mod">
          <ac:chgData name="Johnson, Jared D (DOH)" userId="92504013-c597-429b-a67d-c586dbfe9781" providerId="ADAL" clId="{A79EF7B5-D90B-4A7E-A208-864AEE145536}" dt="2026-03-11T23:05:34.168" v="2068" actId="14100"/>
          <ac:spMkLst>
            <pc:docMk/>
            <pc:sldMk cId="1410328859" sldId="258"/>
            <ac:spMk id="1410" creationId="{18172EC5-C744-54EE-DE5F-110A266B73D7}"/>
          </ac:spMkLst>
        </pc:spChg>
        <pc:spChg chg="add mod">
          <ac:chgData name="Johnson, Jared D (DOH)" userId="92504013-c597-429b-a67d-c586dbfe9781" providerId="ADAL" clId="{A79EF7B5-D90B-4A7E-A208-864AEE145536}" dt="2026-03-11T22:43:41.739" v="1729" actId="1076"/>
          <ac:spMkLst>
            <pc:docMk/>
            <pc:sldMk cId="1410328859" sldId="258"/>
            <ac:spMk id="1411" creationId="{D22F02D0-3AFB-B79E-0AE1-8F468284217C}"/>
          </ac:spMkLst>
        </pc:spChg>
        <pc:spChg chg="add mod">
          <ac:chgData name="Johnson, Jared D (DOH)" userId="92504013-c597-429b-a67d-c586dbfe9781" providerId="ADAL" clId="{A79EF7B5-D90B-4A7E-A208-864AEE145536}" dt="2026-03-11T22:57:48.910" v="1925" actId="1076"/>
          <ac:spMkLst>
            <pc:docMk/>
            <pc:sldMk cId="1410328859" sldId="258"/>
            <ac:spMk id="1414" creationId="{75820C3E-D713-B6B0-FF97-9C9CE0DDDDD9}"/>
          </ac:spMkLst>
        </pc:spChg>
        <pc:spChg chg="add mod">
          <ac:chgData name="Johnson, Jared D (DOH)" userId="92504013-c597-429b-a67d-c586dbfe9781" providerId="ADAL" clId="{A79EF7B5-D90B-4A7E-A208-864AEE145536}" dt="2026-03-11T22:57:48.910" v="1925" actId="1076"/>
          <ac:spMkLst>
            <pc:docMk/>
            <pc:sldMk cId="1410328859" sldId="258"/>
            <ac:spMk id="1415" creationId="{FAAD6E95-7D62-80C0-FA44-DA9F51EA6A91}"/>
          </ac:spMkLst>
        </pc:spChg>
        <pc:spChg chg="add mod ord">
          <ac:chgData name="Johnson, Jared D (DOH)" userId="92504013-c597-429b-a67d-c586dbfe9781" providerId="ADAL" clId="{A79EF7B5-D90B-4A7E-A208-864AEE145536}" dt="2026-03-11T23:00:38.074" v="1952" actId="166"/>
          <ac:spMkLst>
            <pc:docMk/>
            <pc:sldMk cId="1410328859" sldId="258"/>
            <ac:spMk id="1417" creationId="{8668BF05-F4CB-FC7E-1098-E0C861369945}"/>
          </ac:spMkLst>
        </pc:spChg>
        <pc:spChg chg="add mod">
          <ac:chgData name="Johnson, Jared D (DOH)" userId="92504013-c597-429b-a67d-c586dbfe9781" providerId="ADAL" clId="{A79EF7B5-D90B-4A7E-A208-864AEE145536}" dt="2026-03-11T22:57:48.910" v="1925" actId="1076"/>
          <ac:spMkLst>
            <pc:docMk/>
            <pc:sldMk cId="1410328859" sldId="258"/>
            <ac:spMk id="1418" creationId="{7DECE961-C696-CB14-A2E9-A36A75C1AB0E}"/>
          </ac:spMkLst>
        </pc:spChg>
        <pc:spChg chg="add mod">
          <ac:chgData name="Johnson, Jared D (DOH)" userId="92504013-c597-429b-a67d-c586dbfe9781" providerId="ADAL" clId="{A79EF7B5-D90B-4A7E-A208-864AEE145536}" dt="2026-03-11T22:57:48.910" v="1925" actId="1076"/>
          <ac:spMkLst>
            <pc:docMk/>
            <pc:sldMk cId="1410328859" sldId="258"/>
            <ac:spMk id="1421" creationId="{7598739C-02FF-1CDD-6C73-574383D86CC5}"/>
          </ac:spMkLst>
        </pc:spChg>
        <pc:spChg chg="add mod ord">
          <ac:chgData name="Johnson, Jared D (DOH)" userId="92504013-c597-429b-a67d-c586dbfe9781" providerId="ADAL" clId="{A79EF7B5-D90B-4A7E-A208-864AEE145536}" dt="2026-03-11T23:00:34.378" v="1951" actId="166"/>
          <ac:spMkLst>
            <pc:docMk/>
            <pc:sldMk cId="1410328859" sldId="258"/>
            <ac:spMk id="1422" creationId="{9A1DEE12-AE6E-A98A-E52C-AE100692B35E}"/>
          </ac:spMkLst>
        </pc:spChg>
        <pc:spChg chg="add mod">
          <ac:chgData name="Johnson, Jared D (DOH)" userId="92504013-c597-429b-a67d-c586dbfe9781" providerId="ADAL" clId="{A79EF7B5-D90B-4A7E-A208-864AEE145536}" dt="2026-03-11T22:57:48.910" v="1925" actId="1076"/>
          <ac:spMkLst>
            <pc:docMk/>
            <pc:sldMk cId="1410328859" sldId="258"/>
            <ac:spMk id="1423" creationId="{DC817586-BFEC-45A3-9478-F47F0AE29B9F}"/>
          </ac:spMkLst>
        </pc:spChg>
        <pc:spChg chg="add mod ord">
          <ac:chgData name="Johnson, Jared D (DOH)" userId="92504013-c597-429b-a67d-c586dbfe9781" providerId="ADAL" clId="{A79EF7B5-D90B-4A7E-A208-864AEE145536}" dt="2026-03-11T23:00:29.647" v="1950" actId="166"/>
          <ac:spMkLst>
            <pc:docMk/>
            <pc:sldMk cId="1410328859" sldId="258"/>
            <ac:spMk id="1424" creationId="{A7F333E0-D303-B6CD-3826-58F5DFBE9FE8}"/>
          </ac:spMkLst>
        </pc:spChg>
        <pc:spChg chg="add del mod">
          <ac:chgData name="Johnson, Jared D (DOH)" userId="92504013-c597-429b-a67d-c586dbfe9781" providerId="ADAL" clId="{A79EF7B5-D90B-4A7E-A208-864AEE145536}" dt="2026-03-11T22:57:48.910" v="1925" actId="1076"/>
          <ac:spMkLst>
            <pc:docMk/>
            <pc:sldMk cId="1410328859" sldId="258"/>
            <ac:spMk id="1425" creationId="{BE4FA7A5-1FB3-2EAD-15EF-9E780CF346DB}"/>
          </ac:spMkLst>
        </pc:spChg>
        <pc:spChg chg="add del mod">
          <ac:chgData name="Johnson, Jared D (DOH)" userId="92504013-c597-429b-a67d-c586dbfe9781" providerId="ADAL" clId="{A79EF7B5-D90B-4A7E-A208-864AEE145536}" dt="2026-03-12T14:43:46.409" v="2185" actId="20577"/>
          <ac:spMkLst>
            <pc:docMk/>
            <pc:sldMk cId="1410328859" sldId="258"/>
            <ac:spMk id="1429" creationId="{20FADAA9-E23B-0B1F-22B6-2FF492147D71}"/>
          </ac:spMkLst>
        </pc:spChg>
        <pc:spChg chg="add del mod">
          <ac:chgData name="Johnson, Jared D (DOH)" userId="92504013-c597-429b-a67d-c586dbfe9781" providerId="ADAL" clId="{A79EF7B5-D90B-4A7E-A208-864AEE145536}" dt="2026-03-11T22:49:43.083" v="1848" actId="12788"/>
          <ac:spMkLst>
            <pc:docMk/>
            <pc:sldMk cId="1410328859" sldId="258"/>
            <ac:spMk id="1430" creationId="{D3246992-FE37-25A7-3006-24B3356F47AA}"/>
          </ac:spMkLst>
        </pc:spChg>
        <pc:spChg chg="add del mod">
          <ac:chgData name="Johnson, Jared D (DOH)" userId="92504013-c597-429b-a67d-c586dbfe9781" providerId="ADAL" clId="{A79EF7B5-D90B-4A7E-A208-864AEE145536}" dt="2026-03-11T22:53:18.649" v="1883" actId="1036"/>
          <ac:spMkLst>
            <pc:docMk/>
            <pc:sldMk cId="1410328859" sldId="258"/>
            <ac:spMk id="1431" creationId="{7A497739-63D8-8C8F-9656-67902939C137}"/>
          </ac:spMkLst>
        </pc:spChg>
        <pc:spChg chg="add del mod ord">
          <ac:chgData name="Johnson, Jared D (DOH)" userId="92504013-c597-429b-a67d-c586dbfe9781" providerId="ADAL" clId="{A79EF7B5-D90B-4A7E-A208-864AEE145536}" dt="2026-03-11T23:09:19.800" v="2115" actId="14100"/>
          <ac:spMkLst>
            <pc:docMk/>
            <pc:sldMk cId="1410328859" sldId="258"/>
            <ac:spMk id="1432" creationId="{75C00F1E-73E1-F407-6A93-679CE19D77CA}"/>
          </ac:spMkLst>
        </pc:spChg>
        <pc:spChg chg="add mod ord">
          <ac:chgData name="Johnson, Jared D (DOH)" userId="92504013-c597-429b-a67d-c586dbfe9781" providerId="ADAL" clId="{A79EF7B5-D90B-4A7E-A208-864AEE145536}" dt="2026-03-12T15:15:48.760" v="2213" actId="692"/>
          <ac:spMkLst>
            <pc:docMk/>
            <pc:sldMk cId="1410328859" sldId="258"/>
            <ac:spMk id="1433" creationId="{354430E1-9DFC-3EB1-E1F4-DE3ED0AF8033}"/>
          </ac:spMkLst>
        </pc:spChg>
        <pc:spChg chg="add mod">
          <ac:chgData name="Johnson, Jared D (DOH)" userId="92504013-c597-429b-a67d-c586dbfe9781" providerId="ADAL" clId="{A79EF7B5-D90B-4A7E-A208-864AEE145536}" dt="2026-03-11T23:05:12.917" v="2042" actId="14100"/>
          <ac:spMkLst>
            <pc:docMk/>
            <pc:sldMk cId="1410328859" sldId="258"/>
            <ac:spMk id="1434" creationId="{E94E065C-45FE-3562-AA1F-5F36F9D3C366}"/>
          </ac:spMkLst>
        </pc:spChg>
        <pc:spChg chg="add mod">
          <ac:chgData name="Johnson, Jared D (DOH)" userId="92504013-c597-429b-a67d-c586dbfe9781" providerId="ADAL" clId="{A79EF7B5-D90B-4A7E-A208-864AEE145536}" dt="2026-03-12T15:15:43.564" v="2212" actId="692"/>
          <ac:spMkLst>
            <pc:docMk/>
            <pc:sldMk cId="1410328859" sldId="258"/>
            <ac:spMk id="1437" creationId="{E2D08E09-FEE6-AE5F-3FFE-90F032E8F031}"/>
          </ac:spMkLst>
        </pc:spChg>
        <pc:spChg chg="add mod">
          <ac:chgData name="Johnson, Jared D (DOH)" userId="92504013-c597-429b-a67d-c586dbfe9781" providerId="ADAL" clId="{A79EF7B5-D90B-4A7E-A208-864AEE145536}" dt="2026-03-11T22:43:41.739" v="1729" actId="1076"/>
          <ac:spMkLst>
            <pc:docMk/>
            <pc:sldMk cId="1410328859" sldId="258"/>
            <ac:spMk id="1438" creationId="{263EF19D-B3D5-7BED-9BF1-312DB05FB2EB}"/>
          </ac:spMkLst>
        </pc:spChg>
        <pc:spChg chg="add mod">
          <ac:chgData name="Johnson, Jared D (DOH)" userId="92504013-c597-429b-a67d-c586dbfe9781" providerId="ADAL" clId="{A79EF7B5-D90B-4A7E-A208-864AEE145536}" dt="2026-03-11T22:49:55.488" v="1851" actId="12788"/>
          <ac:spMkLst>
            <pc:docMk/>
            <pc:sldMk cId="1410328859" sldId="258"/>
            <ac:spMk id="1441" creationId="{26938D62-CBC3-36BE-54DB-A678422A5A16}"/>
          </ac:spMkLst>
        </pc:spChg>
        <pc:spChg chg="add mod">
          <ac:chgData name="Johnson, Jared D (DOH)" userId="92504013-c597-429b-a67d-c586dbfe9781" providerId="ADAL" clId="{A79EF7B5-D90B-4A7E-A208-864AEE145536}" dt="2026-03-11T22:49:55.488" v="1851" actId="12788"/>
          <ac:spMkLst>
            <pc:docMk/>
            <pc:sldMk cId="1410328859" sldId="258"/>
            <ac:spMk id="1442" creationId="{78E439B3-7C28-97EC-547C-7C3BDB560025}"/>
          </ac:spMkLst>
        </pc:spChg>
        <pc:spChg chg="add mod">
          <ac:chgData name="Johnson, Jared D (DOH)" userId="92504013-c597-429b-a67d-c586dbfe9781" providerId="ADAL" clId="{A79EF7B5-D90B-4A7E-A208-864AEE145536}" dt="2026-03-11T22:50:04.327" v="1852" actId="12788"/>
          <ac:spMkLst>
            <pc:docMk/>
            <pc:sldMk cId="1410328859" sldId="258"/>
            <ac:spMk id="1443" creationId="{B8571E25-DD9F-91A6-342E-DFE12AFDA69A}"/>
          </ac:spMkLst>
        </pc:spChg>
        <pc:spChg chg="add mod">
          <ac:chgData name="Johnson, Jared D (DOH)" userId="92504013-c597-429b-a67d-c586dbfe9781" providerId="ADAL" clId="{A79EF7B5-D90B-4A7E-A208-864AEE145536}" dt="2026-03-11T22:50:04.327" v="1852" actId="12788"/>
          <ac:spMkLst>
            <pc:docMk/>
            <pc:sldMk cId="1410328859" sldId="258"/>
            <ac:spMk id="1444" creationId="{191B92F5-0EB8-C900-57D8-AB3723D5BC3F}"/>
          </ac:spMkLst>
        </pc:spChg>
        <pc:spChg chg="add mod">
          <ac:chgData name="Johnson, Jared D (DOH)" userId="92504013-c597-429b-a67d-c586dbfe9781" providerId="ADAL" clId="{A79EF7B5-D90B-4A7E-A208-864AEE145536}" dt="2026-03-11T22:57:40.958" v="1924" actId="1076"/>
          <ac:spMkLst>
            <pc:docMk/>
            <pc:sldMk cId="1410328859" sldId="258"/>
            <ac:spMk id="1445" creationId="{A6D2CBBC-64AB-0507-F6F5-F24D1D8B1A8F}"/>
          </ac:spMkLst>
        </pc:spChg>
        <pc:spChg chg="add mod ord">
          <ac:chgData name="Johnson, Jared D (DOH)" userId="92504013-c597-429b-a67d-c586dbfe9781" providerId="ADAL" clId="{A79EF7B5-D90B-4A7E-A208-864AEE145536}" dt="2026-03-12T14:42:44.637" v="2163" actId="14100"/>
          <ac:spMkLst>
            <pc:docMk/>
            <pc:sldMk cId="1410328859" sldId="258"/>
            <ac:spMk id="1446" creationId="{592A3DCA-118B-0A85-4597-101C640A3CCE}"/>
          </ac:spMkLst>
        </pc:spChg>
        <pc:spChg chg="mod">
          <ac:chgData name="Johnson, Jared D (DOH)" userId="92504013-c597-429b-a67d-c586dbfe9781" providerId="ADAL" clId="{A79EF7B5-D90B-4A7E-A208-864AEE145536}" dt="2026-03-11T23:07:15.397" v="2090" actId="1076"/>
          <ac:spMkLst>
            <pc:docMk/>
            <pc:sldMk cId="1410328859" sldId="258"/>
            <ac:spMk id="1454" creationId="{BB7F40C7-5DBC-4141-1ED8-AB8B54E24F45}"/>
          </ac:spMkLst>
        </pc:spChg>
        <pc:spChg chg="add mod">
          <ac:chgData name="Johnson, Jared D (DOH)" userId="92504013-c597-429b-a67d-c586dbfe9781" providerId="ADAL" clId="{A79EF7B5-D90B-4A7E-A208-864AEE145536}" dt="2026-03-11T23:07:15.397" v="2090" actId="1076"/>
          <ac:spMkLst>
            <pc:docMk/>
            <pc:sldMk cId="1410328859" sldId="258"/>
            <ac:spMk id="1455" creationId="{B362D1BA-4011-F247-E7AF-5BB36FEF4BB7}"/>
          </ac:spMkLst>
        </pc:spChg>
        <pc:spChg chg="add mod ord">
          <ac:chgData name="Johnson, Jared D (DOH)" userId="92504013-c597-429b-a67d-c586dbfe9781" providerId="ADAL" clId="{A79EF7B5-D90B-4A7E-A208-864AEE145536}" dt="2026-03-11T22:57:40.958" v="1924" actId="1076"/>
          <ac:spMkLst>
            <pc:docMk/>
            <pc:sldMk cId="1410328859" sldId="258"/>
            <ac:spMk id="1457" creationId="{BFB0869E-16D6-A07B-D9DB-6E3D29272FBA}"/>
          </ac:spMkLst>
        </pc:spChg>
        <pc:spChg chg="add mod">
          <ac:chgData name="Johnson, Jared D (DOH)" userId="92504013-c597-429b-a67d-c586dbfe9781" providerId="ADAL" clId="{A79EF7B5-D90B-4A7E-A208-864AEE145536}" dt="2026-03-12T14:43:29.951" v="2178" actId="20577"/>
          <ac:spMkLst>
            <pc:docMk/>
            <pc:sldMk cId="1410328859" sldId="258"/>
            <ac:spMk id="1458" creationId="{F9E89D67-559A-2622-3F4D-0D54D44C85F6}"/>
          </ac:spMkLst>
        </pc:spChg>
        <pc:spChg chg="add mod">
          <ac:chgData name="Johnson, Jared D (DOH)" userId="92504013-c597-429b-a67d-c586dbfe9781" providerId="ADAL" clId="{A79EF7B5-D90B-4A7E-A208-864AEE145536}" dt="2026-03-11T23:07:15.397" v="2090" actId="1076"/>
          <ac:spMkLst>
            <pc:docMk/>
            <pc:sldMk cId="1410328859" sldId="258"/>
            <ac:spMk id="1463" creationId="{4CABFFB6-9A01-187E-94A5-F5EEB54AC3B6}"/>
          </ac:spMkLst>
        </pc:spChg>
        <pc:spChg chg="add mod">
          <ac:chgData name="Johnson, Jared D (DOH)" userId="92504013-c597-429b-a67d-c586dbfe9781" providerId="ADAL" clId="{A79EF7B5-D90B-4A7E-A208-864AEE145536}" dt="2026-03-11T22:57:48.910" v="1925" actId="1076"/>
          <ac:spMkLst>
            <pc:docMk/>
            <pc:sldMk cId="1410328859" sldId="258"/>
            <ac:spMk id="1464" creationId="{7D8D2C48-1FD0-B93B-C92C-880998E07163}"/>
          </ac:spMkLst>
        </pc:spChg>
        <pc:spChg chg="add mod ord">
          <ac:chgData name="Johnson, Jared D (DOH)" userId="92504013-c597-429b-a67d-c586dbfe9781" providerId="ADAL" clId="{A79EF7B5-D90B-4A7E-A208-864AEE145536}" dt="2026-03-11T22:57:40.958" v="1924" actId="1076"/>
          <ac:spMkLst>
            <pc:docMk/>
            <pc:sldMk cId="1410328859" sldId="258"/>
            <ac:spMk id="1484" creationId="{56750158-0596-43C8-0B35-4EF042C050BC}"/>
          </ac:spMkLst>
        </pc:spChg>
        <pc:spChg chg="add mod ord">
          <ac:chgData name="Johnson, Jared D (DOH)" userId="92504013-c597-429b-a67d-c586dbfe9781" providerId="ADAL" clId="{A79EF7B5-D90B-4A7E-A208-864AEE145536}" dt="2026-03-11T22:57:40.958" v="1924" actId="1076"/>
          <ac:spMkLst>
            <pc:docMk/>
            <pc:sldMk cId="1410328859" sldId="258"/>
            <ac:spMk id="1485" creationId="{3F9EC4C6-71D5-5158-A9E6-83C6E92E42CE}"/>
          </ac:spMkLst>
        </pc:spChg>
        <pc:spChg chg="add mod">
          <ac:chgData name="Johnson, Jared D (DOH)" userId="92504013-c597-429b-a67d-c586dbfe9781" providerId="ADAL" clId="{A79EF7B5-D90B-4A7E-A208-864AEE145536}" dt="2026-03-12T15:52:40.263" v="2334" actId="14100"/>
          <ac:spMkLst>
            <pc:docMk/>
            <pc:sldMk cId="1410328859" sldId="258"/>
            <ac:spMk id="1554" creationId="{03D1A205-919A-C354-9474-0DE2C4A7F4B8}"/>
          </ac:spMkLst>
        </pc:spChg>
        <pc:spChg chg="add mod">
          <ac:chgData name="Johnson, Jared D (DOH)" userId="92504013-c597-429b-a67d-c586dbfe9781" providerId="ADAL" clId="{A79EF7B5-D90B-4A7E-A208-864AEE145536}" dt="2026-03-12T15:53:22.402" v="2370" actId="1076"/>
          <ac:spMkLst>
            <pc:docMk/>
            <pc:sldMk cId="1410328859" sldId="258"/>
            <ac:spMk id="1586" creationId="{7D938EEC-E558-1A6D-D61C-2B92827BC6A3}"/>
          </ac:spMkLst>
        </pc:spChg>
        <pc:spChg chg="add mod">
          <ac:chgData name="Johnson, Jared D (DOH)" userId="92504013-c597-429b-a67d-c586dbfe9781" providerId="ADAL" clId="{A79EF7B5-D90B-4A7E-A208-864AEE145536}" dt="2026-03-12T15:54:04.128" v="2396" actId="14100"/>
          <ac:spMkLst>
            <pc:docMk/>
            <pc:sldMk cId="1410328859" sldId="258"/>
            <ac:spMk id="1595" creationId="{A0705130-B8E9-E463-9F05-B4F68770E2E1}"/>
          </ac:spMkLst>
        </pc:spChg>
        <pc:grpChg chg="mod">
          <ac:chgData name="Johnson, Jared D (DOH)" userId="92504013-c597-429b-a67d-c586dbfe9781" providerId="ADAL" clId="{A79EF7B5-D90B-4A7E-A208-864AEE145536}" dt="2026-03-12T16:03:28.691" v="2806" actId="14100"/>
          <ac:grpSpMkLst>
            <pc:docMk/>
            <pc:sldMk cId="1410328859" sldId="258"/>
            <ac:grpSpMk id="5" creationId="{E25824B8-736F-6CF0-A3B0-94B14FB9ACFD}"/>
          </ac:grpSpMkLst>
        </pc:grpChg>
        <pc:grpChg chg="add del mod">
          <ac:chgData name="Johnson, Jared D (DOH)" userId="92504013-c597-429b-a67d-c586dbfe9781" providerId="ADAL" clId="{A79EF7B5-D90B-4A7E-A208-864AEE145536}" dt="2026-03-11T22:07:37.199" v="537" actId="1076"/>
          <ac:grpSpMkLst>
            <pc:docMk/>
            <pc:sldMk cId="1410328859" sldId="258"/>
            <ac:grpSpMk id="20" creationId="{99DF2CCC-C61A-6289-6CDB-59A5EE028078}"/>
          </ac:grpSpMkLst>
        </pc:grpChg>
        <pc:grpChg chg="mod">
          <ac:chgData name="Johnson, Jared D (DOH)" userId="92504013-c597-429b-a67d-c586dbfe9781" providerId="ADAL" clId="{A79EF7B5-D90B-4A7E-A208-864AEE145536}" dt="2026-03-11T22:29:40.310" v="1359" actId="478"/>
          <ac:grpSpMkLst>
            <pc:docMk/>
            <pc:sldMk cId="1410328859" sldId="258"/>
            <ac:grpSpMk id="45" creationId="{8BAC5562-7783-EB16-1329-E33CA1914BA6}"/>
          </ac:grpSpMkLst>
        </pc:grpChg>
        <pc:grpChg chg="add mod">
          <ac:chgData name="Johnson, Jared D (DOH)" userId="92504013-c597-429b-a67d-c586dbfe9781" providerId="ADAL" clId="{A79EF7B5-D90B-4A7E-A208-864AEE145536}" dt="2026-03-11T22:43:53.739" v="1732" actId="1076"/>
          <ac:grpSpMkLst>
            <pc:docMk/>
            <pc:sldMk cId="1410328859" sldId="258"/>
            <ac:grpSpMk id="60" creationId="{B8750692-4D97-31D8-61BB-324D2C78ACF1}"/>
          </ac:grpSpMkLst>
        </pc:grpChg>
        <pc:grpChg chg="add mod">
          <ac:chgData name="Johnson, Jared D (DOH)" userId="92504013-c597-429b-a67d-c586dbfe9781" providerId="ADAL" clId="{A79EF7B5-D90B-4A7E-A208-864AEE145536}" dt="2026-03-11T23:07:15.397" v="2090" actId="1076"/>
          <ac:grpSpMkLst>
            <pc:docMk/>
            <pc:sldMk cId="1410328859" sldId="258"/>
            <ac:grpSpMk id="1452" creationId="{7258BE63-9BE6-444F-8E48-A584DDD601E9}"/>
          </ac:grpSpMkLst>
        </pc:grpChg>
        <pc:grpChg chg="add mod">
          <ac:chgData name="Johnson, Jared D (DOH)" userId="92504013-c597-429b-a67d-c586dbfe9781" providerId="ADAL" clId="{A79EF7B5-D90B-4A7E-A208-864AEE145536}" dt="2026-03-11T22:43:48.504" v="1731" actId="1076"/>
          <ac:grpSpMkLst>
            <pc:docMk/>
            <pc:sldMk cId="1410328859" sldId="258"/>
            <ac:grpSpMk id="1469" creationId="{C916E738-DB24-4F25-E551-55D3A953373D}"/>
          </ac:grpSpMkLst>
        </pc:grpChg>
        <pc:grpChg chg="add mod ord">
          <ac:chgData name="Johnson, Jared D (DOH)" userId="92504013-c597-429b-a67d-c586dbfe9781" providerId="ADAL" clId="{A79EF7B5-D90B-4A7E-A208-864AEE145536}" dt="2026-03-11T23:05:49.220" v="2069" actId="166"/>
          <ac:grpSpMkLst>
            <pc:docMk/>
            <pc:sldMk cId="1410328859" sldId="258"/>
            <ac:grpSpMk id="1486" creationId="{AD74356D-A34F-9327-3D06-B48BBD5E2D4D}"/>
          </ac:grpSpMkLst>
        </pc:grpChg>
        <pc:grpChg chg="add mod ord">
          <ac:chgData name="Johnson, Jared D (DOH)" userId="92504013-c597-429b-a67d-c586dbfe9781" providerId="ADAL" clId="{A79EF7B5-D90B-4A7E-A208-864AEE145536}" dt="2026-03-11T23:05:49.220" v="2069" actId="166"/>
          <ac:grpSpMkLst>
            <pc:docMk/>
            <pc:sldMk cId="1410328859" sldId="258"/>
            <ac:grpSpMk id="1487" creationId="{695905DB-D774-D280-8862-AFAA512C338E}"/>
          </ac:grpSpMkLst>
        </pc:grpChg>
        <pc:grpChg chg="add mod ord">
          <ac:chgData name="Johnson, Jared D (DOH)" userId="92504013-c597-429b-a67d-c586dbfe9781" providerId="ADAL" clId="{A79EF7B5-D90B-4A7E-A208-864AEE145536}" dt="2026-03-11T23:05:54.444" v="2070" actId="166"/>
          <ac:grpSpMkLst>
            <pc:docMk/>
            <pc:sldMk cId="1410328859" sldId="258"/>
            <ac:grpSpMk id="1489" creationId="{4A29F870-F0B0-C1E3-EDDF-C33FCBF30B5C}"/>
          </ac:grpSpMkLst>
        </pc:grpChg>
        <pc:picChg chg="mod">
          <ac:chgData name="Johnson, Jared D (DOH)" userId="92504013-c597-429b-a67d-c586dbfe9781" providerId="ADAL" clId="{A79EF7B5-D90B-4A7E-A208-864AEE145536}" dt="2026-04-03T20:21:28.633" v="2873" actId="1076"/>
          <ac:picMkLst>
            <pc:docMk/>
            <pc:sldMk cId="1410328859" sldId="258"/>
            <ac:picMk id="3" creationId="{E1EAFCA7-9C03-9816-6E83-7D8758F19178}"/>
          </ac:picMkLst>
        </pc:picChg>
        <pc:picChg chg="mod">
          <ac:chgData name="Johnson, Jared D (DOH)" userId="92504013-c597-429b-a67d-c586dbfe9781" providerId="ADAL" clId="{A79EF7B5-D90B-4A7E-A208-864AEE145536}" dt="2026-03-12T16:03:28.691" v="2806" actId="14100"/>
          <ac:picMkLst>
            <pc:docMk/>
            <pc:sldMk cId="1410328859" sldId="258"/>
            <ac:picMk id="12" creationId="{B5DFE7D5-0812-4852-71D6-DE9038E826A5}"/>
          </ac:picMkLst>
        </pc:picChg>
        <pc:picChg chg="add del mod">
          <ac:chgData name="Johnson, Jared D (DOH)" userId="92504013-c597-429b-a67d-c586dbfe9781" providerId="ADAL" clId="{A79EF7B5-D90B-4A7E-A208-864AEE145536}" dt="2026-03-11T22:55:16.976" v="1897" actId="1076"/>
          <ac:picMkLst>
            <pc:docMk/>
            <pc:sldMk cId="1410328859" sldId="258"/>
            <ac:picMk id="31" creationId="{ADD15B24-1102-9A8D-8762-B9A92546C506}"/>
          </ac:picMkLst>
        </pc:picChg>
        <pc:picChg chg="mod">
          <ac:chgData name="Johnson, Jared D (DOH)" userId="92504013-c597-429b-a67d-c586dbfe9781" providerId="ADAL" clId="{A79EF7B5-D90B-4A7E-A208-864AEE145536}" dt="2026-03-11T22:55:16.976" v="1897" actId="1076"/>
          <ac:picMkLst>
            <pc:docMk/>
            <pc:sldMk cId="1410328859" sldId="258"/>
            <ac:picMk id="48" creationId="{B99B2F01-2BFC-F972-9EC8-18F09C5C299C}"/>
          </ac:picMkLst>
        </pc:picChg>
        <pc:picChg chg="add del mod">
          <ac:chgData name="Johnson, Jared D (DOH)" userId="92504013-c597-429b-a67d-c586dbfe9781" providerId="ADAL" clId="{A79EF7B5-D90B-4A7E-A208-864AEE145536}" dt="2026-03-12T16:04:00.926" v="2813" actId="1076"/>
          <ac:picMkLst>
            <pc:docMk/>
            <pc:sldMk cId="1410328859" sldId="258"/>
            <ac:picMk id="52" creationId="{B4007420-512F-C2F0-4724-B497F1D58CFA}"/>
          </ac:picMkLst>
        </pc:picChg>
        <pc:picChg chg="add mod">
          <ac:chgData name="Johnson, Jared D (DOH)" userId="92504013-c597-429b-a67d-c586dbfe9781" providerId="ADAL" clId="{A79EF7B5-D90B-4A7E-A208-864AEE145536}" dt="2026-03-12T16:04:05.108" v="2814" actId="1076"/>
          <ac:picMkLst>
            <pc:docMk/>
            <pc:sldMk cId="1410328859" sldId="258"/>
            <ac:picMk id="53" creationId="{08E414D9-E0CE-1D54-EA8A-727194CAE85A}"/>
          </ac:picMkLst>
        </pc:picChg>
        <pc:picChg chg="add mod">
          <ac:chgData name="Johnson, Jared D (DOH)" userId="92504013-c597-429b-a67d-c586dbfe9781" providerId="ADAL" clId="{A79EF7B5-D90B-4A7E-A208-864AEE145536}" dt="2026-03-12T16:04:30.181" v="2821" actId="1076"/>
          <ac:picMkLst>
            <pc:docMk/>
            <pc:sldMk cId="1410328859" sldId="258"/>
            <ac:picMk id="55" creationId="{98E9B6A3-F115-814D-6EFA-1C0FB286317B}"/>
          </ac:picMkLst>
        </pc:picChg>
        <pc:picChg chg="mod">
          <ac:chgData name="Johnson, Jared D (DOH)" userId="92504013-c597-429b-a67d-c586dbfe9781" providerId="ADAL" clId="{A79EF7B5-D90B-4A7E-A208-864AEE145536}" dt="2026-03-11T22:43:53.739" v="1732" actId="1076"/>
          <ac:picMkLst>
            <pc:docMk/>
            <pc:sldMk cId="1410328859" sldId="258"/>
            <ac:picMk id="61" creationId="{63499A2B-6B4C-9DCA-E489-0CB5FAE00C84}"/>
          </ac:picMkLst>
        </pc:picChg>
        <pc:picChg chg="mod">
          <ac:chgData name="Johnson, Jared D (DOH)" userId="92504013-c597-429b-a67d-c586dbfe9781" providerId="ADAL" clId="{A79EF7B5-D90B-4A7E-A208-864AEE145536}" dt="2026-03-11T23:07:15.397" v="2090" actId="1076"/>
          <ac:picMkLst>
            <pc:docMk/>
            <pc:sldMk cId="1410328859" sldId="258"/>
            <ac:picMk id="1453" creationId="{BCD24667-E772-6797-930D-63C02487C948}"/>
          </ac:picMkLst>
        </pc:picChg>
        <pc:picChg chg="add mod">
          <ac:chgData name="Johnson, Jared D (DOH)" userId="92504013-c597-429b-a67d-c586dbfe9781" providerId="ADAL" clId="{A79EF7B5-D90B-4A7E-A208-864AEE145536}" dt="2026-03-11T22:44:06.091" v="1734" actId="1076"/>
          <ac:picMkLst>
            <pc:docMk/>
            <pc:sldMk cId="1410328859" sldId="258"/>
            <ac:picMk id="1460" creationId="{B3DB3BA7-C635-A263-857C-17D1A5665731}"/>
          </ac:picMkLst>
        </pc:picChg>
        <pc:picChg chg="mod">
          <ac:chgData name="Johnson, Jared D (DOH)" userId="92504013-c597-429b-a67d-c586dbfe9781" providerId="ADAL" clId="{A79EF7B5-D90B-4A7E-A208-864AEE145536}" dt="2026-03-11T22:43:48.504" v="1731" actId="1076"/>
          <ac:picMkLst>
            <pc:docMk/>
            <pc:sldMk cId="1410328859" sldId="258"/>
            <ac:picMk id="1470" creationId="{90B6DB88-2640-7ECB-3467-7A483C0BE3BD}"/>
          </ac:picMkLst>
        </pc:picChg>
        <pc:picChg chg="add mod">
          <ac:chgData name="Johnson, Jared D (DOH)" userId="92504013-c597-429b-a67d-c586dbfe9781" providerId="ADAL" clId="{A79EF7B5-D90B-4A7E-A208-864AEE145536}" dt="2026-03-12T16:02:25.853" v="2794" actId="14100"/>
          <ac:picMkLst>
            <pc:docMk/>
            <pc:sldMk cId="1410328859" sldId="258"/>
            <ac:picMk id="1609" creationId="{D2F10532-7175-09D4-4272-27E8C3BBB4F8}"/>
          </ac:picMkLst>
        </pc:picChg>
        <pc:cxnChg chg="add mod">
          <ac:chgData name="Johnson, Jared D (DOH)" userId="92504013-c597-429b-a67d-c586dbfe9781" providerId="ADAL" clId="{A79EF7B5-D90B-4A7E-A208-864AEE145536}" dt="2026-03-11T22:44:21.906" v="1738" actId="14100"/>
          <ac:cxnSpMkLst>
            <pc:docMk/>
            <pc:sldMk cId="1410328859" sldId="258"/>
            <ac:cxnSpMk id="1037" creationId="{01FEF2DA-B6C3-FE1D-D03B-DCBB1E845FA7}"/>
          </ac:cxnSpMkLst>
        </pc:cxnChg>
        <pc:cxnChg chg="add mod">
          <ac:chgData name="Johnson, Jared D (DOH)" userId="92504013-c597-429b-a67d-c586dbfe9781" providerId="ADAL" clId="{A79EF7B5-D90B-4A7E-A208-864AEE145536}" dt="2026-03-11T23:01:12.890" v="1960" actId="14100"/>
          <ac:cxnSpMkLst>
            <pc:docMk/>
            <pc:sldMk cId="1410328859" sldId="258"/>
            <ac:cxnSpMk id="1041" creationId="{987C0F29-F00C-21CA-CD12-7F4B4115B09B}"/>
          </ac:cxnSpMkLst>
        </pc:cxnChg>
        <pc:cxnChg chg="add del mod">
          <ac:chgData name="Johnson, Jared D (DOH)" userId="92504013-c597-429b-a67d-c586dbfe9781" providerId="ADAL" clId="{A79EF7B5-D90B-4A7E-A208-864AEE145536}" dt="2026-03-12T15:51:05.710" v="2321" actId="478"/>
          <ac:cxnSpMkLst>
            <pc:docMk/>
            <pc:sldMk cId="1410328859" sldId="258"/>
            <ac:cxnSpMk id="1049" creationId="{0DA1597A-619E-2E74-1483-D24B809D8924}"/>
          </ac:cxnSpMkLst>
        </pc:cxnChg>
        <pc:cxnChg chg="add mod">
          <ac:chgData name="Johnson, Jared D (DOH)" userId="92504013-c597-429b-a67d-c586dbfe9781" providerId="ADAL" clId="{A79EF7B5-D90B-4A7E-A208-864AEE145536}" dt="2026-03-11T23:00:59.071" v="1956" actId="14100"/>
          <ac:cxnSpMkLst>
            <pc:docMk/>
            <pc:sldMk cId="1410328859" sldId="258"/>
            <ac:cxnSpMk id="1052" creationId="{E5D4878D-2629-39B2-7A79-A1A25267D8E9}"/>
          </ac:cxnSpMkLst>
        </pc:cxnChg>
        <pc:cxnChg chg="add mod">
          <ac:chgData name="Johnson, Jared D (DOH)" userId="92504013-c597-429b-a67d-c586dbfe9781" providerId="ADAL" clId="{A79EF7B5-D90B-4A7E-A208-864AEE145536}" dt="2026-03-12T16:04:09.206" v="2817" actId="14100"/>
          <ac:cxnSpMkLst>
            <pc:docMk/>
            <pc:sldMk cId="1410328859" sldId="258"/>
            <ac:cxnSpMk id="1057" creationId="{FDF6AC12-5766-82A4-4D42-7DE621BFF38A}"/>
          </ac:cxnSpMkLst>
        </pc:cxnChg>
        <pc:cxnChg chg="add mod">
          <ac:chgData name="Johnson, Jared D (DOH)" userId="92504013-c597-429b-a67d-c586dbfe9781" providerId="ADAL" clId="{A79EF7B5-D90B-4A7E-A208-864AEE145536}" dt="2026-03-12T15:49:58.594" v="2305" actId="14100"/>
          <ac:cxnSpMkLst>
            <pc:docMk/>
            <pc:sldMk cId="1410328859" sldId="258"/>
            <ac:cxnSpMk id="1097" creationId="{2CE2E2E9-7441-89D6-7F58-6849387CDE50}"/>
          </ac:cxnSpMkLst>
        </pc:cxnChg>
        <pc:cxnChg chg="add del mod">
          <ac:chgData name="Johnson, Jared D (DOH)" userId="92504013-c597-429b-a67d-c586dbfe9781" providerId="ADAL" clId="{A79EF7B5-D90B-4A7E-A208-864AEE145536}" dt="2026-03-12T15:50:32.631" v="2312" actId="14100"/>
          <ac:cxnSpMkLst>
            <pc:docMk/>
            <pc:sldMk cId="1410328859" sldId="258"/>
            <ac:cxnSpMk id="1135" creationId="{99AE16FE-6212-C68B-3F8F-EE99E937DA53}"/>
          </ac:cxnSpMkLst>
        </pc:cxnChg>
        <pc:cxnChg chg="add mod">
          <ac:chgData name="Johnson, Jared D (DOH)" userId="92504013-c597-429b-a67d-c586dbfe9781" providerId="ADAL" clId="{A79EF7B5-D90B-4A7E-A208-864AEE145536}" dt="2026-03-12T16:05:33.661" v="2859" actId="1076"/>
          <ac:cxnSpMkLst>
            <pc:docMk/>
            <pc:sldMk cId="1410328859" sldId="258"/>
            <ac:cxnSpMk id="1159" creationId="{12567F6E-D0CF-293A-D6D4-257DC929FD8B}"/>
          </ac:cxnSpMkLst>
        </pc:cxnChg>
        <pc:cxnChg chg="add mod">
          <ac:chgData name="Johnson, Jared D (DOH)" userId="92504013-c597-429b-a67d-c586dbfe9781" providerId="ADAL" clId="{A79EF7B5-D90B-4A7E-A208-864AEE145536}" dt="2026-03-12T16:05:47.572" v="2861" actId="14100"/>
          <ac:cxnSpMkLst>
            <pc:docMk/>
            <pc:sldMk cId="1410328859" sldId="258"/>
            <ac:cxnSpMk id="1168" creationId="{B6AE2E61-E629-E248-07CB-2529B1921C7B}"/>
          </ac:cxnSpMkLst>
        </pc:cxnChg>
        <pc:cxnChg chg="add mod">
          <ac:chgData name="Johnson, Jared D (DOH)" userId="92504013-c597-429b-a67d-c586dbfe9781" providerId="ADAL" clId="{A79EF7B5-D90B-4A7E-A208-864AEE145536}" dt="2026-03-12T15:57:36.823" v="2614" actId="14100"/>
          <ac:cxnSpMkLst>
            <pc:docMk/>
            <pc:sldMk cId="1410328859" sldId="258"/>
            <ac:cxnSpMk id="1176" creationId="{90DC1FE3-2E2A-2F4E-17DD-C8FC03F8F222}"/>
          </ac:cxnSpMkLst>
        </pc:cxnChg>
        <pc:cxnChg chg="add mod">
          <ac:chgData name="Johnson, Jared D (DOH)" userId="92504013-c597-429b-a67d-c586dbfe9781" providerId="ADAL" clId="{A79EF7B5-D90B-4A7E-A208-864AEE145536}" dt="2026-03-12T16:00:00.285" v="2771" actId="14100"/>
          <ac:cxnSpMkLst>
            <pc:docMk/>
            <pc:sldMk cId="1410328859" sldId="258"/>
            <ac:cxnSpMk id="1189" creationId="{7BCA9575-DB3B-69C6-EE15-5E07855A388D}"/>
          </ac:cxnSpMkLst>
        </pc:cxnChg>
        <pc:cxnChg chg="add mod ord">
          <ac:chgData name="Johnson, Jared D (DOH)" userId="92504013-c597-429b-a67d-c586dbfe9781" providerId="ADAL" clId="{A79EF7B5-D90B-4A7E-A208-864AEE145536}" dt="2026-03-12T16:03:56.659" v="2812" actId="14100"/>
          <ac:cxnSpMkLst>
            <pc:docMk/>
            <pc:sldMk cId="1410328859" sldId="258"/>
            <ac:cxnSpMk id="1198" creationId="{70CDF0BF-A7AB-5D29-93FE-B991AB6D9C0C}"/>
          </ac:cxnSpMkLst>
        </pc:cxnChg>
        <pc:cxnChg chg="add mod ord">
          <ac:chgData name="Johnson, Jared D (DOH)" userId="92504013-c597-429b-a67d-c586dbfe9781" providerId="ADAL" clId="{A79EF7B5-D90B-4A7E-A208-864AEE145536}" dt="2026-03-12T16:03:40.985" v="2807" actId="14100"/>
          <ac:cxnSpMkLst>
            <pc:docMk/>
            <pc:sldMk cId="1410328859" sldId="258"/>
            <ac:cxnSpMk id="1213" creationId="{2B124648-67E7-D1BB-69FD-76888D95BCE7}"/>
          </ac:cxnSpMkLst>
        </pc:cxnChg>
        <pc:cxnChg chg="add mod">
          <ac:chgData name="Johnson, Jared D (DOH)" userId="92504013-c597-429b-a67d-c586dbfe9781" providerId="ADAL" clId="{A79EF7B5-D90B-4A7E-A208-864AEE145536}" dt="2026-03-11T23:06:08.625" v="2071" actId="14100"/>
          <ac:cxnSpMkLst>
            <pc:docMk/>
            <pc:sldMk cId="1410328859" sldId="258"/>
            <ac:cxnSpMk id="1459" creationId="{ECFD838D-29FE-C9CD-418B-C3D1680B8E12}"/>
          </ac:cxnSpMkLst>
        </pc:cxnChg>
        <pc:cxnChg chg="add mod">
          <ac:chgData name="Johnson, Jared D (DOH)" userId="92504013-c597-429b-a67d-c586dbfe9781" providerId="ADAL" clId="{A79EF7B5-D90B-4A7E-A208-864AEE145536}" dt="2026-03-12T15:52:22.292" v="2329" actId="14100"/>
          <ac:cxnSpMkLst>
            <pc:docMk/>
            <pc:sldMk cId="1410328859" sldId="258"/>
            <ac:cxnSpMk id="1527" creationId="{96D25CE4-D45F-35D4-1D93-C2E7ABEF8F72}"/>
          </ac:cxnSpMkLst>
        </pc:cxnChg>
        <pc:cxnChg chg="add mod">
          <ac:chgData name="Johnson, Jared D (DOH)" userId="92504013-c597-429b-a67d-c586dbfe9781" providerId="ADAL" clId="{A79EF7B5-D90B-4A7E-A208-864AEE145536}" dt="2026-03-12T15:50:36.371" v="2313" actId="14100"/>
          <ac:cxnSpMkLst>
            <pc:docMk/>
            <pc:sldMk cId="1410328859" sldId="258"/>
            <ac:cxnSpMk id="1533" creationId="{62962A01-07ED-5619-75C2-95E4733A8CF6}"/>
          </ac:cxnSpMkLst>
        </pc:cxnChg>
        <pc:cxnChg chg="add mod">
          <ac:chgData name="Johnson, Jared D (DOH)" userId="92504013-c597-429b-a67d-c586dbfe9781" providerId="ADAL" clId="{A79EF7B5-D90B-4A7E-A208-864AEE145536}" dt="2026-03-12T14:42:30.460" v="2158" actId="1036"/>
          <ac:cxnSpMkLst>
            <pc:docMk/>
            <pc:sldMk cId="1410328859" sldId="258"/>
            <ac:cxnSpMk id="1538" creationId="{B39F8E3A-0D47-557B-74C8-BE18D40425D0}"/>
          </ac:cxnSpMkLst>
        </pc:cxnChg>
        <pc:cxnChg chg="add mod">
          <ac:chgData name="Johnson, Jared D (DOH)" userId="92504013-c597-429b-a67d-c586dbfe9781" providerId="ADAL" clId="{A79EF7B5-D90B-4A7E-A208-864AEE145536}" dt="2026-03-12T15:52:40.263" v="2334" actId="14100"/>
          <ac:cxnSpMkLst>
            <pc:docMk/>
            <pc:sldMk cId="1410328859" sldId="258"/>
            <ac:cxnSpMk id="1556" creationId="{6632C962-D94C-71B4-591A-70067AA84E7C}"/>
          </ac:cxnSpMkLst>
        </pc:cxnChg>
        <pc:cxnChg chg="add mod">
          <ac:chgData name="Johnson, Jared D (DOH)" userId="92504013-c597-429b-a67d-c586dbfe9781" providerId="ADAL" clId="{A79EF7B5-D90B-4A7E-A208-864AEE145536}" dt="2026-03-12T15:53:22.402" v="2370" actId="1076"/>
          <ac:cxnSpMkLst>
            <pc:docMk/>
            <pc:sldMk cId="1410328859" sldId="258"/>
            <ac:cxnSpMk id="1587" creationId="{2708A519-A09E-9EF0-62E1-ADF5770DE4BD}"/>
          </ac:cxnSpMkLst>
        </pc:cxnChg>
        <pc:cxnChg chg="add mod">
          <ac:chgData name="Johnson, Jared D (DOH)" userId="92504013-c597-429b-a67d-c586dbfe9781" providerId="ADAL" clId="{A79EF7B5-D90B-4A7E-A208-864AEE145536}" dt="2026-03-12T15:54:04.128" v="2396" actId="14100"/>
          <ac:cxnSpMkLst>
            <pc:docMk/>
            <pc:sldMk cId="1410328859" sldId="258"/>
            <ac:cxnSpMk id="1596" creationId="{C17546B8-8A2D-51C7-4C9A-F4BFD5F54949}"/>
          </ac:cxnSpMkLst>
        </pc:cxnChg>
        <pc:cxnChg chg="add mod ord">
          <ac:chgData name="Johnson, Jared D (DOH)" userId="92504013-c597-429b-a67d-c586dbfe9781" providerId="ADAL" clId="{A79EF7B5-D90B-4A7E-A208-864AEE145536}" dt="2026-03-12T16:04:22.899" v="2820" actId="14100"/>
          <ac:cxnSpMkLst>
            <pc:docMk/>
            <pc:sldMk cId="1410328859" sldId="258"/>
            <ac:cxnSpMk id="1600" creationId="{90F677F6-AA55-CC30-F836-D77A81ED116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1FDA2-DF53-4058-90D9-8672BC23F2A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B3644-C459-491C-8288-109099C7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36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1pPr>
    <a:lvl2pPr marL="1755648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2pPr>
    <a:lvl3pPr marL="3511296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3pPr>
    <a:lvl4pPr marL="5266944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4pPr>
    <a:lvl5pPr marL="7022592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5pPr>
    <a:lvl6pPr marL="8778240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6pPr>
    <a:lvl7pPr marL="10533888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7pPr>
    <a:lvl8pPr marL="12289536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8pPr>
    <a:lvl9pPr marL="14045184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08F40-16A1-ED33-C0FD-5F8E99992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20522E-2014-C30D-B201-1A1AE7796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15679F-F2C9-DE80-7734-7BE3E87A2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F95C2-DF2D-C257-6E99-C80BC2339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B3644-C459-491C-8288-109099C79B1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147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0" y="4489452"/>
            <a:ext cx="34290000" cy="9550400"/>
          </a:xfrm>
        </p:spPr>
        <p:txBody>
          <a:bodyPr anchor="b"/>
          <a:lstStyle>
            <a:lvl1pPr algn="ctr">
              <a:defRPr sz="2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0" y="14408152"/>
            <a:ext cx="34290000" cy="6623048"/>
          </a:xfrm>
        </p:spPr>
        <p:txBody>
          <a:bodyPr/>
          <a:lstStyle>
            <a:lvl1pPr marL="0" indent="0" algn="ctr">
              <a:buNone/>
              <a:defRPr sz="9000"/>
            </a:lvl1pPr>
            <a:lvl2pPr marL="1714500" indent="0" algn="ctr">
              <a:buNone/>
              <a:defRPr sz="7500"/>
            </a:lvl2pPr>
            <a:lvl3pPr marL="3429000" indent="0" algn="ctr">
              <a:buNone/>
              <a:defRPr sz="6750"/>
            </a:lvl3pPr>
            <a:lvl4pPr marL="5143500" indent="0" algn="ctr">
              <a:buNone/>
              <a:defRPr sz="6000"/>
            </a:lvl4pPr>
            <a:lvl5pPr marL="6858000" indent="0" algn="ctr">
              <a:buNone/>
              <a:defRPr sz="6000"/>
            </a:lvl5pPr>
            <a:lvl6pPr marL="8572500" indent="0" algn="ctr">
              <a:buNone/>
              <a:defRPr sz="6000"/>
            </a:lvl6pPr>
            <a:lvl7pPr marL="10287000" indent="0" algn="ctr">
              <a:buNone/>
              <a:defRPr sz="6000"/>
            </a:lvl7pPr>
            <a:lvl8pPr marL="12001500" indent="0" algn="ctr">
              <a:buNone/>
              <a:defRPr sz="6000"/>
            </a:lvl8pPr>
            <a:lvl9pPr marL="13716000" indent="0" algn="ctr">
              <a:buNone/>
              <a:defRPr sz="6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61CE-F44F-4906-9012-02D52A6D4AE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FE72-A9DC-4F7F-959B-C3239C746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89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61CE-F44F-4906-9012-02D52A6D4AE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FE72-A9DC-4F7F-959B-C3239C746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2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38" y="6838954"/>
            <a:ext cx="39433500" cy="11410948"/>
          </a:xfrm>
        </p:spPr>
        <p:txBody>
          <a:bodyPr anchor="b"/>
          <a:lstStyle>
            <a:lvl1pPr>
              <a:defRPr sz="2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38" y="18357854"/>
            <a:ext cx="39433500" cy="6000748"/>
          </a:xfrm>
        </p:spPr>
        <p:txBody>
          <a:bodyPr/>
          <a:lstStyle>
            <a:lvl1pPr marL="0" indent="0">
              <a:buNone/>
              <a:defRPr sz="9000">
                <a:solidFill>
                  <a:schemeClr val="tx1">
                    <a:tint val="82000"/>
                  </a:schemeClr>
                </a:solidFill>
              </a:defRPr>
            </a:lvl1pPr>
            <a:lvl2pPr marL="1714500" indent="0">
              <a:buNone/>
              <a:defRPr sz="7500">
                <a:solidFill>
                  <a:schemeClr val="tx1">
                    <a:tint val="82000"/>
                  </a:schemeClr>
                </a:solidFill>
              </a:defRPr>
            </a:lvl2pPr>
            <a:lvl3pPr marL="3429000" indent="0">
              <a:buNone/>
              <a:defRPr sz="6750">
                <a:solidFill>
                  <a:schemeClr val="tx1">
                    <a:tint val="82000"/>
                  </a:schemeClr>
                </a:solidFill>
              </a:defRPr>
            </a:lvl3pPr>
            <a:lvl4pPr marL="51435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4pPr>
            <a:lvl5pPr marL="68580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5pPr>
            <a:lvl6pPr marL="85725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6pPr>
            <a:lvl7pPr marL="102870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7pPr>
            <a:lvl8pPr marL="120015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8pPr>
            <a:lvl9pPr marL="137160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61CE-F44F-4906-9012-02D52A6D4AE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FE72-A9DC-4F7F-959B-C3239C746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57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0" y="7302500"/>
            <a:ext cx="194310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0" y="7302500"/>
            <a:ext cx="194310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61CE-F44F-4906-9012-02D52A6D4AE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FE72-A9DC-4F7F-959B-C3239C746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66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5" y="1460502"/>
            <a:ext cx="39433500" cy="53022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07" y="6724652"/>
            <a:ext cx="19341701" cy="3295648"/>
          </a:xfrm>
        </p:spPr>
        <p:txBody>
          <a:bodyPr anchor="b"/>
          <a:lstStyle>
            <a:lvl1pPr marL="0" indent="0">
              <a:buNone/>
              <a:defRPr sz="9000" b="1"/>
            </a:lvl1pPr>
            <a:lvl2pPr marL="1714500" indent="0">
              <a:buNone/>
              <a:defRPr sz="7500" b="1"/>
            </a:lvl2pPr>
            <a:lvl3pPr marL="3429000" indent="0">
              <a:buNone/>
              <a:defRPr sz="6750" b="1"/>
            </a:lvl3pPr>
            <a:lvl4pPr marL="5143500" indent="0">
              <a:buNone/>
              <a:defRPr sz="6000" b="1"/>
            </a:lvl4pPr>
            <a:lvl5pPr marL="6858000" indent="0">
              <a:buNone/>
              <a:defRPr sz="6000" b="1"/>
            </a:lvl5pPr>
            <a:lvl6pPr marL="8572500" indent="0">
              <a:buNone/>
              <a:defRPr sz="6000" b="1"/>
            </a:lvl6pPr>
            <a:lvl7pPr marL="10287000" indent="0">
              <a:buNone/>
              <a:defRPr sz="6000" b="1"/>
            </a:lvl7pPr>
            <a:lvl8pPr marL="12001500" indent="0">
              <a:buNone/>
              <a:defRPr sz="6000" b="1"/>
            </a:lvl8pPr>
            <a:lvl9pPr marL="13716000" indent="0">
              <a:buNone/>
              <a:defRPr sz="6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07" y="10020300"/>
            <a:ext cx="19341701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0" y="6724652"/>
            <a:ext cx="19436955" cy="3295648"/>
          </a:xfrm>
        </p:spPr>
        <p:txBody>
          <a:bodyPr anchor="b"/>
          <a:lstStyle>
            <a:lvl1pPr marL="0" indent="0">
              <a:buNone/>
              <a:defRPr sz="9000" b="1"/>
            </a:lvl1pPr>
            <a:lvl2pPr marL="1714500" indent="0">
              <a:buNone/>
              <a:defRPr sz="7500" b="1"/>
            </a:lvl2pPr>
            <a:lvl3pPr marL="3429000" indent="0">
              <a:buNone/>
              <a:defRPr sz="6750" b="1"/>
            </a:lvl3pPr>
            <a:lvl4pPr marL="5143500" indent="0">
              <a:buNone/>
              <a:defRPr sz="6000" b="1"/>
            </a:lvl4pPr>
            <a:lvl5pPr marL="6858000" indent="0">
              <a:buNone/>
              <a:defRPr sz="6000" b="1"/>
            </a:lvl5pPr>
            <a:lvl6pPr marL="8572500" indent="0">
              <a:buNone/>
              <a:defRPr sz="6000" b="1"/>
            </a:lvl6pPr>
            <a:lvl7pPr marL="10287000" indent="0">
              <a:buNone/>
              <a:defRPr sz="6000" b="1"/>
            </a:lvl7pPr>
            <a:lvl8pPr marL="12001500" indent="0">
              <a:buNone/>
              <a:defRPr sz="6000" b="1"/>
            </a:lvl8pPr>
            <a:lvl9pPr marL="13716000" indent="0">
              <a:buNone/>
              <a:defRPr sz="6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0" y="10020300"/>
            <a:ext cx="19436955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61CE-F44F-4906-9012-02D52A6D4AE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FE72-A9DC-4F7F-959B-C3239C746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252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61CE-F44F-4906-9012-02D52A6D4AE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FE72-A9DC-4F7F-959B-C3239C746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882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61CE-F44F-4906-9012-02D52A6D4AE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FE72-A9DC-4F7F-959B-C3239C746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44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7" y="1828800"/>
            <a:ext cx="14745889" cy="6400800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5" y="3949702"/>
            <a:ext cx="23145750" cy="19494500"/>
          </a:xfrm>
        </p:spPr>
        <p:txBody>
          <a:bodyPr/>
          <a:lstStyle>
            <a:lvl1pPr>
              <a:defRPr sz="12000"/>
            </a:lvl1pPr>
            <a:lvl2pPr>
              <a:defRPr sz="10500"/>
            </a:lvl2pPr>
            <a:lvl3pPr>
              <a:defRPr sz="9000"/>
            </a:lvl3pPr>
            <a:lvl4pPr>
              <a:defRPr sz="7500"/>
            </a:lvl4pPr>
            <a:lvl5pPr>
              <a:defRPr sz="7500"/>
            </a:lvl5pPr>
            <a:lvl6pPr>
              <a:defRPr sz="7500"/>
            </a:lvl6pPr>
            <a:lvl7pPr>
              <a:defRPr sz="7500"/>
            </a:lvl7pPr>
            <a:lvl8pPr>
              <a:defRPr sz="7500"/>
            </a:lvl8pPr>
            <a:lvl9pPr>
              <a:defRPr sz="7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07" y="8229600"/>
            <a:ext cx="14745889" cy="15246352"/>
          </a:xfrm>
        </p:spPr>
        <p:txBody>
          <a:bodyPr/>
          <a:lstStyle>
            <a:lvl1pPr marL="0" indent="0">
              <a:buNone/>
              <a:defRPr sz="6000"/>
            </a:lvl1pPr>
            <a:lvl2pPr marL="1714500" indent="0">
              <a:buNone/>
              <a:defRPr sz="5250"/>
            </a:lvl2pPr>
            <a:lvl3pPr marL="3429000" indent="0">
              <a:buNone/>
              <a:defRPr sz="4500"/>
            </a:lvl3pPr>
            <a:lvl4pPr marL="5143500" indent="0">
              <a:buNone/>
              <a:defRPr sz="3750"/>
            </a:lvl4pPr>
            <a:lvl5pPr marL="6858000" indent="0">
              <a:buNone/>
              <a:defRPr sz="3750"/>
            </a:lvl5pPr>
            <a:lvl6pPr marL="8572500" indent="0">
              <a:buNone/>
              <a:defRPr sz="3750"/>
            </a:lvl6pPr>
            <a:lvl7pPr marL="10287000" indent="0">
              <a:buNone/>
              <a:defRPr sz="3750"/>
            </a:lvl7pPr>
            <a:lvl8pPr marL="12001500" indent="0">
              <a:buNone/>
              <a:defRPr sz="3750"/>
            </a:lvl8pPr>
            <a:lvl9pPr marL="13716000" indent="0">
              <a:buNone/>
              <a:defRPr sz="3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61CE-F44F-4906-9012-02D52A6D4AE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FE72-A9DC-4F7F-959B-C3239C746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62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7" y="1828800"/>
            <a:ext cx="14745889" cy="6400800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5" y="3949702"/>
            <a:ext cx="23145750" cy="19494500"/>
          </a:xfrm>
        </p:spPr>
        <p:txBody>
          <a:bodyPr anchor="t"/>
          <a:lstStyle>
            <a:lvl1pPr marL="0" indent="0">
              <a:buNone/>
              <a:defRPr sz="12000"/>
            </a:lvl1pPr>
            <a:lvl2pPr marL="1714500" indent="0">
              <a:buNone/>
              <a:defRPr sz="10500"/>
            </a:lvl2pPr>
            <a:lvl3pPr marL="3429000" indent="0">
              <a:buNone/>
              <a:defRPr sz="9000"/>
            </a:lvl3pPr>
            <a:lvl4pPr marL="5143500" indent="0">
              <a:buNone/>
              <a:defRPr sz="7500"/>
            </a:lvl4pPr>
            <a:lvl5pPr marL="6858000" indent="0">
              <a:buNone/>
              <a:defRPr sz="7500"/>
            </a:lvl5pPr>
            <a:lvl6pPr marL="8572500" indent="0">
              <a:buNone/>
              <a:defRPr sz="7500"/>
            </a:lvl6pPr>
            <a:lvl7pPr marL="10287000" indent="0">
              <a:buNone/>
              <a:defRPr sz="7500"/>
            </a:lvl7pPr>
            <a:lvl8pPr marL="12001500" indent="0">
              <a:buNone/>
              <a:defRPr sz="7500"/>
            </a:lvl8pPr>
            <a:lvl9pPr marL="13716000" indent="0">
              <a:buNone/>
              <a:defRPr sz="7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07" y="8229600"/>
            <a:ext cx="14745889" cy="15246352"/>
          </a:xfrm>
        </p:spPr>
        <p:txBody>
          <a:bodyPr/>
          <a:lstStyle>
            <a:lvl1pPr marL="0" indent="0">
              <a:buNone/>
              <a:defRPr sz="6000"/>
            </a:lvl1pPr>
            <a:lvl2pPr marL="1714500" indent="0">
              <a:buNone/>
              <a:defRPr sz="5250"/>
            </a:lvl2pPr>
            <a:lvl3pPr marL="3429000" indent="0">
              <a:buNone/>
              <a:defRPr sz="4500"/>
            </a:lvl3pPr>
            <a:lvl4pPr marL="5143500" indent="0">
              <a:buNone/>
              <a:defRPr sz="3750"/>
            </a:lvl4pPr>
            <a:lvl5pPr marL="6858000" indent="0">
              <a:buNone/>
              <a:defRPr sz="3750"/>
            </a:lvl5pPr>
            <a:lvl6pPr marL="8572500" indent="0">
              <a:buNone/>
              <a:defRPr sz="3750"/>
            </a:lvl6pPr>
            <a:lvl7pPr marL="10287000" indent="0">
              <a:buNone/>
              <a:defRPr sz="3750"/>
            </a:lvl7pPr>
            <a:lvl8pPr marL="12001500" indent="0">
              <a:buNone/>
              <a:defRPr sz="3750"/>
            </a:lvl8pPr>
            <a:lvl9pPr marL="13716000" indent="0">
              <a:buNone/>
              <a:defRPr sz="3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61CE-F44F-4906-9012-02D52A6D4AE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FE72-A9DC-4F7F-959B-C3239C746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13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61CE-F44F-4906-9012-02D52A6D4AE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FE72-A9DC-4F7F-959B-C3239C746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708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75" y="1460500"/>
            <a:ext cx="9858375" cy="232473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0" y="1460500"/>
            <a:ext cx="29003625" cy="232473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61CE-F44F-4906-9012-02D52A6D4AE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FE72-A9DC-4F7F-959B-C3239C746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71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0" y="1460502"/>
            <a:ext cx="39433500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0" y="7302500"/>
            <a:ext cx="39433500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0" y="25425402"/>
            <a:ext cx="102870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C61CE-F44F-4906-9012-02D52A6D4AED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0" y="25425402"/>
            <a:ext cx="154305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0" y="25425402"/>
            <a:ext cx="102870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38FE72-A9DC-4F7F-959B-C3239C746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15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429000" rtl="0" eaLnBrk="1" latinLnBrk="0" hangingPunct="1">
        <a:lnSpc>
          <a:spcPct val="90000"/>
        </a:lnSpc>
        <a:spcBef>
          <a:spcPct val="0"/>
        </a:spcBef>
        <a:buNone/>
        <a:defRPr sz="16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7250" indent="-857250" algn="l" defTabSz="3429000" rtl="0" eaLnBrk="1" latinLnBrk="0" hangingPunct="1">
        <a:lnSpc>
          <a:spcPct val="90000"/>
        </a:lnSpc>
        <a:spcBef>
          <a:spcPts val="3750"/>
        </a:spcBef>
        <a:buFont typeface="Arial" panose="020B0604020202020204" pitchFamily="34" charset="0"/>
        <a:buChar char="•"/>
        <a:defRPr sz="105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9000" kern="1200">
          <a:solidFill>
            <a:schemeClr val="tx1"/>
          </a:solidFill>
          <a:latin typeface="+mn-lt"/>
          <a:ea typeface="+mn-ea"/>
          <a:cs typeface="+mn-cs"/>
        </a:defRPr>
      </a:lvl2pPr>
      <a:lvl3pPr marL="42862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7500" kern="1200">
          <a:solidFill>
            <a:schemeClr val="tx1"/>
          </a:solidFill>
          <a:latin typeface="+mn-lt"/>
          <a:ea typeface="+mn-ea"/>
          <a:cs typeface="+mn-cs"/>
        </a:defRPr>
      </a:lvl3pPr>
      <a:lvl4pPr marL="60007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6pPr>
      <a:lvl7pPr marL="111442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7pPr>
      <a:lvl8pPr marL="128587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8pPr>
      <a:lvl9pPr marL="145732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5pPr>
      <a:lvl6pPr marL="85725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6pPr>
      <a:lvl7pPr marL="102870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8pPr>
      <a:lvl9pPr marL="137160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AAFD6-0550-0113-FA81-3FAF5970B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8" name="Connector: Elbow 1197">
            <a:extLst>
              <a:ext uri="{FF2B5EF4-FFF2-40B4-BE49-F238E27FC236}">
                <a16:creationId xmlns:a16="http://schemas.microsoft.com/office/drawing/2014/main" id="{70CDF0BF-A7AB-5D29-93FE-B991AB6D9C0C}"/>
              </a:ext>
            </a:extLst>
          </p:cNvPr>
          <p:cNvCxnSpPr>
            <a:cxnSpLocks/>
          </p:cNvCxnSpPr>
          <p:nvPr/>
        </p:nvCxnSpPr>
        <p:spPr>
          <a:xfrm rot="16200000" flipV="1">
            <a:off x="16897102" y="7827772"/>
            <a:ext cx="3589043" cy="1194152"/>
          </a:xfrm>
          <a:prstGeom prst="bentConnector3">
            <a:avLst>
              <a:gd name="adj1" fmla="val 3291"/>
            </a:avLst>
          </a:prstGeom>
          <a:ln w="254000">
            <a:solidFill>
              <a:srgbClr val="DFC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3" name="Connector: Elbow 1212">
            <a:extLst>
              <a:ext uri="{FF2B5EF4-FFF2-40B4-BE49-F238E27FC236}">
                <a16:creationId xmlns:a16="http://schemas.microsoft.com/office/drawing/2014/main" id="{2B124648-67E7-D1BB-69FD-76888D95BCE7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487027" y="9233365"/>
            <a:ext cx="6379187" cy="1164142"/>
          </a:xfrm>
          <a:prstGeom prst="bentConnector3">
            <a:avLst>
              <a:gd name="adj1" fmla="val 1895"/>
            </a:avLst>
          </a:prstGeom>
          <a:ln w="254000">
            <a:solidFill>
              <a:srgbClr val="DFC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0" name="Connector: Elbow 1599">
            <a:extLst>
              <a:ext uri="{FF2B5EF4-FFF2-40B4-BE49-F238E27FC236}">
                <a16:creationId xmlns:a16="http://schemas.microsoft.com/office/drawing/2014/main" id="{90F677F6-AA55-CC30-F836-D77A81ED1160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507804" y="10963845"/>
            <a:ext cx="10096720" cy="1420713"/>
          </a:xfrm>
          <a:prstGeom prst="bentConnector3">
            <a:avLst>
              <a:gd name="adj1" fmla="val 491"/>
            </a:avLst>
          </a:prstGeom>
          <a:ln w="254000">
            <a:solidFill>
              <a:srgbClr val="4EA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4" name="Rectangle: Rounded Corners 1483">
            <a:extLst>
              <a:ext uri="{FF2B5EF4-FFF2-40B4-BE49-F238E27FC236}">
                <a16:creationId xmlns:a16="http://schemas.microsoft.com/office/drawing/2014/main" id="{56750158-0596-43C8-0B35-4EF042C050BC}"/>
              </a:ext>
            </a:extLst>
          </p:cNvPr>
          <p:cNvSpPr/>
          <p:nvPr/>
        </p:nvSpPr>
        <p:spPr>
          <a:xfrm>
            <a:off x="22095669" y="20744127"/>
            <a:ext cx="4871713" cy="4261104"/>
          </a:xfrm>
          <a:prstGeom prst="roundRect">
            <a:avLst/>
          </a:prstGeom>
          <a:solidFill>
            <a:srgbClr val="EEEEEE"/>
          </a:solidFill>
          <a:ln>
            <a:solidFill>
              <a:schemeClr val="bg1"/>
            </a:solidFill>
          </a:ln>
          <a:effectLst>
            <a:outerShdw blurRad="381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0" dirty="0">
              <a:latin typeface="Maven pro" pitchFamily="2" charset="0"/>
            </a:endParaRPr>
          </a:p>
        </p:txBody>
      </p:sp>
      <p:sp>
        <p:nvSpPr>
          <p:cNvPr id="1485" name="TextBox 1484">
            <a:extLst>
              <a:ext uri="{FF2B5EF4-FFF2-40B4-BE49-F238E27FC236}">
                <a16:creationId xmlns:a16="http://schemas.microsoft.com/office/drawing/2014/main" id="{3F9EC4C6-71D5-5158-A9E6-83C6E92E42CE}"/>
              </a:ext>
            </a:extLst>
          </p:cNvPr>
          <p:cNvSpPr txBox="1"/>
          <p:nvPr/>
        </p:nvSpPr>
        <p:spPr>
          <a:xfrm>
            <a:off x="22313920" y="21002610"/>
            <a:ext cx="35704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Maven pro" pitchFamily="2" charset="0"/>
                <a:cs typeface="Baloo 2" pitchFamily="2" charset="0"/>
              </a:rPr>
              <a:t>Summarize</a:t>
            </a:r>
          </a:p>
        </p:txBody>
      </p:sp>
      <p:sp>
        <p:nvSpPr>
          <p:cNvPr id="1457" name="Rectangle: Rounded Corners 1456">
            <a:extLst>
              <a:ext uri="{FF2B5EF4-FFF2-40B4-BE49-F238E27FC236}">
                <a16:creationId xmlns:a16="http://schemas.microsoft.com/office/drawing/2014/main" id="{BFB0869E-16D6-A07B-D9DB-6E3D29272FBA}"/>
              </a:ext>
            </a:extLst>
          </p:cNvPr>
          <p:cNvSpPr/>
          <p:nvPr/>
        </p:nvSpPr>
        <p:spPr>
          <a:xfrm>
            <a:off x="29296109" y="20744127"/>
            <a:ext cx="15022753" cy="4261104"/>
          </a:xfrm>
          <a:prstGeom prst="roundRect">
            <a:avLst/>
          </a:prstGeom>
          <a:solidFill>
            <a:srgbClr val="EEEEEE"/>
          </a:solidFill>
          <a:ln>
            <a:solidFill>
              <a:schemeClr val="bg1"/>
            </a:solidFill>
          </a:ln>
          <a:effectLst>
            <a:outerShdw blurRad="381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0" dirty="0">
              <a:latin typeface="Maven pro" pitchFamily="2" charset="0"/>
            </a:endParaRPr>
          </a:p>
        </p:txBody>
      </p:sp>
      <p:sp>
        <p:nvSpPr>
          <p:cNvPr id="1433" name="Rectangle: Rounded Corners 1432">
            <a:extLst>
              <a:ext uri="{FF2B5EF4-FFF2-40B4-BE49-F238E27FC236}">
                <a16:creationId xmlns:a16="http://schemas.microsoft.com/office/drawing/2014/main" id="{354430E1-9DFC-3EB1-E1F4-DE3ED0AF8033}"/>
              </a:ext>
            </a:extLst>
          </p:cNvPr>
          <p:cNvSpPr/>
          <p:nvPr/>
        </p:nvSpPr>
        <p:spPr>
          <a:xfrm>
            <a:off x="21304712" y="10457779"/>
            <a:ext cx="23481794" cy="15984185"/>
          </a:xfrm>
          <a:prstGeom prst="roundRect">
            <a:avLst>
              <a:gd name="adj" fmla="val 2997"/>
            </a:avLst>
          </a:prstGeom>
          <a:noFill/>
          <a:ln w="63500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0" dirty="0">
              <a:latin typeface="Maven pro" pitchFamily="2" charset="0"/>
            </a:endParaRPr>
          </a:p>
        </p:txBody>
      </p:sp>
      <p:sp>
        <p:nvSpPr>
          <p:cNvPr id="1416" name="Rectangle: Rounded Corners 1415">
            <a:extLst>
              <a:ext uri="{FF2B5EF4-FFF2-40B4-BE49-F238E27FC236}">
                <a16:creationId xmlns:a16="http://schemas.microsoft.com/office/drawing/2014/main" id="{8B1F47A5-E7AF-7727-DF8B-99115B0B8F10}"/>
              </a:ext>
            </a:extLst>
          </p:cNvPr>
          <p:cNvSpPr/>
          <p:nvPr/>
        </p:nvSpPr>
        <p:spPr>
          <a:xfrm>
            <a:off x="1215321" y="990035"/>
            <a:ext cx="13885939" cy="2545193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>
            <a:solidFill>
              <a:schemeClr val="bg1"/>
            </a:solidFill>
          </a:ln>
          <a:effectLst>
            <a:outerShdw blurRad="673100" dir="2700000" sx="102000" sy="102000" algn="tl" rotWithShape="0">
              <a:schemeClr val="bg2">
                <a:lumMod val="75000"/>
                <a:alpha val="5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5920" dirty="0">
              <a:latin typeface="Maven pro" pitchFamily="2" charset="0"/>
            </a:endParaRPr>
          </a:p>
        </p:txBody>
      </p:sp>
      <p:grpSp>
        <p:nvGrpSpPr>
          <p:cNvPr id="1412" name="Group 1411">
            <a:extLst>
              <a:ext uri="{FF2B5EF4-FFF2-40B4-BE49-F238E27FC236}">
                <a16:creationId xmlns:a16="http://schemas.microsoft.com/office/drawing/2014/main" id="{F1BD991D-501C-55BA-B386-E2D0645E9D4C}"/>
              </a:ext>
            </a:extLst>
          </p:cNvPr>
          <p:cNvGrpSpPr/>
          <p:nvPr/>
        </p:nvGrpSpPr>
        <p:grpSpPr>
          <a:xfrm>
            <a:off x="1709311" y="14326326"/>
            <a:ext cx="12899207" cy="11330541"/>
            <a:chOff x="2068076" y="14341266"/>
            <a:chExt cx="12899207" cy="11330541"/>
          </a:xfrm>
        </p:grpSpPr>
        <p:sp>
          <p:nvSpPr>
            <p:cNvPr id="1311" name="TextBox 1310">
              <a:extLst>
                <a:ext uri="{FF2B5EF4-FFF2-40B4-BE49-F238E27FC236}">
                  <a16:creationId xmlns:a16="http://schemas.microsoft.com/office/drawing/2014/main" id="{43636745-667E-B3C5-3152-2F31A9A53D87}"/>
                </a:ext>
              </a:extLst>
            </p:cNvPr>
            <p:cNvSpPr txBox="1"/>
            <p:nvPr/>
          </p:nvSpPr>
          <p:spPr>
            <a:xfrm>
              <a:off x="2068076" y="14341266"/>
              <a:ext cx="12801600" cy="34163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0800" dirty="0">
                  <a:latin typeface="Maven pro" pitchFamily="2" charset="0"/>
                  <a:cs typeface="Baloo 2" pitchFamily="2" charset="0"/>
                </a:rPr>
                <a:t>NW-</a:t>
              </a:r>
              <a:r>
                <a:rPr lang="en-US" sz="10800" dirty="0" err="1">
                  <a:latin typeface="Maven pro" pitchFamily="2" charset="0"/>
                  <a:cs typeface="Baloo 2" pitchFamily="2" charset="0"/>
                </a:rPr>
                <a:t>PaGe</a:t>
              </a:r>
              <a:r>
                <a:rPr lang="en-US" sz="10800" dirty="0">
                  <a:latin typeface="Maven pro" pitchFamily="2" charset="0"/>
                  <a:cs typeface="Baloo 2" pitchFamily="2" charset="0"/>
                </a:rPr>
                <a:t>/</a:t>
              </a:r>
            </a:p>
            <a:p>
              <a:r>
                <a:rPr lang="en-US" sz="10800" b="1" dirty="0">
                  <a:latin typeface="Maven pro" pitchFamily="2" charset="0"/>
                  <a:cs typeface="Baloo 2" pitchFamily="2" charset="0"/>
                </a:rPr>
                <a:t>EPITOME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5C1A237-B414-6FAC-FD29-7C8E7623B8C4}"/>
                </a:ext>
              </a:extLst>
            </p:cNvPr>
            <p:cNvSpPr txBox="1"/>
            <p:nvPr/>
          </p:nvSpPr>
          <p:spPr>
            <a:xfrm>
              <a:off x="2165683" y="18093292"/>
              <a:ext cx="12801600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600" dirty="0">
                  <a:latin typeface="Maven pro" pitchFamily="2" charset="0"/>
                  <a:cs typeface="Baloo 2" pitchFamily="2" charset="0"/>
                </a:rPr>
                <a:t>v2.0</a:t>
              </a:r>
              <a:endParaRPr lang="en-US" sz="11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A8F150C-747D-01CD-FBAA-5A1AE9422F97}"/>
                </a:ext>
              </a:extLst>
            </p:cNvPr>
            <p:cNvSpPr txBox="1"/>
            <p:nvPr/>
          </p:nvSpPr>
          <p:spPr>
            <a:xfrm>
              <a:off x="2165683" y="19751289"/>
              <a:ext cx="12801600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600" dirty="0">
                  <a:latin typeface="Maven pro" pitchFamily="2" charset="0"/>
                  <a:cs typeface="Baloo 2" pitchFamily="2" charset="0"/>
                </a:rPr>
                <a:t>Viral reference creation workflow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F6A0EBB-6A44-40CD-B2DD-66C4DC1B5722}"/>
                </a:ext>
              </a:extLst>
            </p:cNvPr>
            <p:cNvSpPr txBox="1"/>
            <p:nvPr/>
          </p:nvSpPr>
          <p:spPr>
            <a:xfrm>
              <a:off x="2165683" y="24471478"/>
              <a:ext cx="1280160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>
                  <a:latin typeface="Maven pro" pitchFamily="2" charset="0"/>
                  <a:cs typeface="Baloo 2" pitchFamily="2" charset="0"/>
                </a:rPr>
                <a:t>NW Pathogen Genomic Center of Excellence • Washington State Public Health Laboratory  </a:t>
              </a:r>
              <a:endParaRPr lang="en-US" sz="1200" dirty="0"/>
            </a:p>
          </p:txBody>
        </p:sp>
      </p:grpSp>
      <p:pic>
        <p:nvPicPr>
          <p:cNvPr id="3" name="Picture 2" descr="A picture containing text, yellow&#10;&#10;AI-generated content may be incorrect.">
            <a:extLst>
              <a:ext uri="{FF2B5EF4-FFF2-40B4-BE49-F238E27FC236}">
                <a16:creationId xmlns:a16="http://schemas.microsoft.com/office/drawing/2014/main" id="{E1EAFCA7-9C03-9816-6E83-7D8758F19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344" b="93750" l="8887" r="90234">
                        <a14:foregroundMark x1="14355" y1="23145" x2="14355" y2="23145"/>
                        <a14:foregroundMark x1="8887" y1="27246" x2="8887" y2="27246"/>
                        <a14:foregroundMark x1="16016" y1="21777" x2="45605" y2="5078"/>
                        <a14:foregroundMark x1="45605" y1="5078" x2="48535" y2="2539"/>
                        <a14:foregroundMark x1="15039" y1="22754" x2="9863" y2="25488"/>
                        <a14:foregroundMark x1="9863" y1="24805" x2="9180" y2="50781"/>
                        <a14:foregroundMark x1="9180" y1="50781" x2="10742" y2="62988"/>
                        <a14:foregroundMark x1="10742" y1="62988" x2="9863" y2="68945"/>
                        <a14:foregroundMark x1="9863" y1="68945" x2="9863" y2="68945"/>
                        <a14:foregroundMark x1="42090" y1="91895" x2="47363" y2="93945"/>
                        <a14:foregroundMark x1="47363" y1="93945" x2="54688" y2="93750"/>
                        <a14:foregroundMark x1="54688" y1="93750" x2="56738" y2="92285"/>
                        <a14:foregroundMark x1="88281" y1="24805" x2="90332" y2="32324"/>
                        <a14:foregroundMark x1="90332" y1="32324" x2="88574" y2="45898"/>
                        <a14:foregroundMark x1="90234" y1="50684" x2="89941" y2="73145"/>
                        <a14:foregroundMark x1="14063" y1="29395" x2="13965" y2="28906"/>
                        <a14:foregroundMark x1="20410" y1="26855" x2="20703" y2="32715"/>
                        <a14:foregroundMark x1="29297" y1="31934" x2="29785" y2="26953"/>
                        <a14:foregroundMark x1="27051" y1="21484" x2="27539" y2="22070"/>
                        <a14:foregroundMark x1="33887" y1="16602" x2="34375" y2="18066"/>
                        <a14:foregroundMark x1="42383" y1="13867" x2="42383" y2="14746"/>
                        <a14:foregroundMark x1="38281" y1="26563" x2="38672" y2="30078"/>
                        <a14:foregroundMark x1="42773" y1="25781" x2="46777" y2="25781"/>
                        <a14:foregroundMark x1="52930" y1="26074" x2="51172" y2="27344"/>
                        <a14:foregroundMark x1="49707" y1="7910" x2="49805" y2="8789"/>
                        <a14:foregroundMark x1="56543" y1="13184" x2="56250" y2="14258"/>
                        <a14:foregroundMark x1="59668" y1="19043" x2="59668" y2="19434"/>
                        <a14:foregroundMark x1="65527" y1="17578" x2="65527" y2="18359"/>
                        <a14:foregroundMark x1="73340" y1="21484" x2="72852" y2="21875"/>
                        <a14:foregroundMark x1="70215" y1="26758" x2="68750" y2="27246"/>
                        <a14:foregroundMark x1="74707" y1="28027" x2="74902" y2="29395"/>
                        <a14:foregroundMark x1="85645" y1="29883" x2="84766" y2="30078"/>
                        <a14:backgroundMark x1="15039" y1="12500" x2="15039" y2="12500"/>
                        <a14:backgroundMark x1="11621" y1="6348" x2="32129" y2="4590"/>
                        <a14:backgroundMark x1="32129" y1="4590" x2="17676" y2="7422"/>
                        <a14:backgroundMark x1="17676" y1="7422" x2="17383" y2="15234"/>
                        <a14:backgroundMark x1="31348" y1="28418" x2="31348" y2="27539"/>
                        <a14:backgroundMark x1="88574" y1="45898" x2="88477" y2="45410"/>
                        <a14:backgroundMark x1="88574" y1="45117" x2="88574" y2="43555"/>
                        <a14:backgroundMark x1="88867" y1="26660" x2="88477" y2="26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436" y="2154182"/>
            <a:ext cx="10887707" cy="1088770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18F1D9-63F5-6B15-D3D4-9A22D63047B9}"/>
              </a:ext>
            </a:extLst>
          </p:cNvPr>
          <p:cNvSpPr/>
          <p:nvPr/>
        </p:nvSpPr>
        <p:spPr>
          <a:xfrm>
            <a:off x="21733730" y="2839586"/>
            <a:ext cx="14677253" cy="4943968"/>
          </a:xfrm>
          <a:prstGeom prst="roundRect">
            <a:avLst/>
          </a:prstGeom>
          <a:solidFill>
            <a:srgbClr val="EEEEEE"/>
          </a:solidFill>
          <a:ln>
            <a:solidFill>
              <a:schemeClr val="bg1"/>
            </a:solidFill>
          </a:ln>
          <a:effectLst>
            <a:outerShdw blurRad="381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0" dirty="0">
              <a:latin typeface="Maven pro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25824B8-736F-6CF0-A3B0-94B14FB9ACFD}"/>
              </a:ext>
            </a:extLst>
          </p:cNvPr>
          <p:cNvGrpSpPr/>
          <p:nvPr/>
        </p:nvGrpSpPr>
        <p:grpSpPr>
          <a:xfrm>
            <a:off x="16855099" y="8425158"/>
            <a:ext cx="2167186" cy="3080502"/>
            <a:chOff x="914400" y="8970867"/>
            <a:chExt cx="3065487" cy="3390672"/>
          </a:xfrm>
        </p:grpSpPr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B5DFE7D5-0812-4852-71D6-DE9038E826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501" y="8970867"/>
              <a:ext cx="3027386" cy="33906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9892FCC-FB03-4C98-DF8E-13440AFDFABE}"/>
                </a:ext>
              </a:extLst>
            </p:cNvPr>
            <p:cNvSpPr txBox="1"/>
            <p:nvPr/>
          </p:nvSpPr>
          <p:spPr>
            <a:xfrm>
              <a:off x="914400" y="10425816"/>
              <a:ext cx="3027387" cy="779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 err="1">
                  <a:solidFill>
                    <a:schemeClr val="bg1"/>
                  </a:solidFill>
                  <a:latin typeface="Maven pro" pitchFamily="2" charset="0"/>
                  <a:cs typeface="Baloo 2" pitchFamily="2" charset="0"/>
                </a:rPr>
                <a:t>jsonl</a:t>
              </a:r>
              <a:endParaRPr lang="en-US" sz="4000" b="1" dirty="0">
                <a:solidFill>
                  <a:schemeClr val="bg1"/>
                </a:solidFill>
                <a:latin typeface="Maven pro" pitchFamily="2" charset="0"/>
                <a:cs typeface="Baloo 2" pitchFamily="2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9DF2CCC-C61A-6289-6CDB-59A5EE028078}"/>
              </a:ext>
            </a:extLst>
          </p:cNvPr>
          <p:cNvGrpSpPr/>
          <p:nvPr/>
        </p:nvGrpSpPr>
        <p:grpSpPr>
          <a:xfrm>
            <a:off x="16902409" y="11228765"/>
            <a:ext cx="2167186" cy="3080502"/>
            <a:chOff x="914400" y="8970867"/>
            <a:chExt cx="3065487" cy="3390672"/>
          </a:xfrm>
        </p:grpSpPr>
        <p:pic>
          <p:nvPicPr>
            <p:cNvPr id="31" name="Picture 4">
              <a:extLst>
                <a:ext uri="{FF2B5EF4-FFF2-40B4-BE49-F238E27FC236}">
                  <a16:creationId xmlns:a16="http://schemas.microsoft.com/office/drawing/2014/main" id="{ADD15B24-1102-9A8D-8762-B9A92546C5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501" y="8970867"/>
              <a:ext cx="3027386" cy="33906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C0F4E4F-7250-27C0-11AC-9546972EB690}"/>
                </a:ext>
              </a:extLst>
            </p:cNvPr>
            <p:cNvSpPr txBox="1"/>
            <p:nvPr/>
          </p:nvSpPr>
          <p:spPr>
            <a:xfrm>
              <a:off x="914400" y="10425816"/>
              <a:ext cx="3027387" cy="779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Maven pro" pitchFamily="2" charset="0"/>
                  <a:cs typeface="Baloo 2" pitchFamily="2" charset="0"/>
                </a:rPr>
                <a:t>csv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BAC5562-7783-EB16-1329-E33CA1914BA6}"/>
              </a:ext>
            </a:extLst>
          </p:cNvPr>
          <p:cNvGrpSpPr/>
          <p:nvPr/>
        </p:nvGrpSpPr>
        <p:grpSpPr>
          <a:xfrm>
            <a:off x="17003179" y="14721275"/>
            <a:ext cx="2147426" cy="3080503"/>
            <a:chOff x="616279" y="15068577"/>
            <a:chExt cx="2981104" cy="3327679"/>
          </a:xfrm>
        </p:grpSpPr>
        <p:pic>
          <p:nvPicPr>
            <p:cNvPr id="48" name="Picture 4">
              <a:extLst>
                <a:ext uri="{FF2B5EF4-FFF2-40B4-BE49-F238E27FC236}">
                  <a16:creationId xmlns:a16="http://schemas.microsoft.com/office/drawing/2014/main" id="{B99B2F01-2BFC-F972-9EC8-18F09C5C29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6241" y="15068577"/>
              <a:ext cx="2971142" cy="33276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F5902E6-6086-6C22-1D4F-D8D13D035481}"/>
                </a:ext>
              </a:extLst>
            </p:cNvPr>
            <p:cNvSpPr txBox="1"/>
            <p:nvPr/>
          </p:nvSpPr>
          <p:spPr>
            <a:xfrm>
              <a:off x="616279" y="16523591"/>
              <a:ext cx="2971144" cy="764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 err="1">
                  <a:solidFill>
                    <a:schemeClr val="bg1"/>
                  </a:solidFill>
                  <a:latin typeface="Maven pro" pitchFamily="2" charset="0"/>
                  <a:cs typeface="Baloo 2" pitchFamily="2" charset="0"/>
                </a:rPr>
                <a:t>fasta</a:t>
              </a:r>
              <a:r>
                <a:rPr lang="en-US" sz="4000" b="1" dirty="0">
                  <a:solidFill>
                    <a:schemeClr val="bg1"/>
                  </a:solidFill>
                  <a:latin typeface="Maven pro" pitchFamily="2" charset="0"/>
                  <a:cs typeface="Baloo 2" pitchFamily="2" charset="0"/>
                </a:rPr>
                <a:t> </a:t>
              </a:r>
            </a:p>
          </p:txBody>
        </p:sp>
      </p:grp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E002C90-2FF1-894B-0DB0-09E13530BC6A}"/>
              </a:ext>
            </a:extLst>
          </p:cNvPr>
          <p:cNvSpPr/>
          <p:nvPr/>
        </p:nvSpPr>
        <p:spPr>
          <a:xfrm>
            <a:off x="16372903" y="8341518"/>
            <a:ext cx="3212437" cy="9649927"/>
          </a:xfrm>
          <a:prstGeom prst="roundRect">
            <a:avLst/>
          </a:prstGeom>
          <a:noFill/>
          <a:ln w="63500">
            <a:solidFill>
              <a:schemeClr val="tx1"/>
            </a:solidFill>
            <a:prstDash val="dash"/>
          </a:ln>
          <a:effectLst>
            <a:outerShdw blurRad="381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0" dirty="0">
              <a:latin typeface="Maven pro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D30B0DA-2333-9289-A35A-14008B734887}"/>
              </a:ext>
            </a:extLst>
          </p:cNvPr>
          <p:cNvSpPr txBox="1"/>
          <p:nvPr/>
        </p:nvSpPr>
        <p:spPr>
          <a:xfrm>
            <a:off x="16461587" y="1492463"/>
            <a:ext cx="48717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Maven pro" pitchFamily="2" charset="0"/>
                <a:cs typeface="Baloo 2" pitchFamily="2" charset="0"/>
              </a:rPr>
              <a:t>Input: </a:t>
            </a:r>
          </a:p>
          <a:p>
            <a:r>
              <a:rPr lang="en-US" sz="4000" dirty="0" err="1">
                <a:latin typeface="Maven pro" pitchFamily="2" charset="0"/>
                <a:cs typeface="Baloo 2" pitchFamily="2" charset="0"/>
              </a:rPr>
              <a:t>Samplesheet</a:t>
            </a:r>
            <a:endParaRPr lang="en-US" sz="4000" dirty="0">
              <a:latin typeface="Maven pro" pitchFamily="2" charset="0"/>
              <a:cs typeface="Baloo 2" pitchFamily="2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8750692-4D97-31D8-61BB-324D2C78ACF1}"/>
              </a:ext>
            </a:extLst>
          </p:cNvPr>
          <p:cNvGrpSpPr/>
          <p:nvPr/>
        </p:nvGrpSpPr>
        <p:grpSpPr>
          <a:xfrm>
            <a:off x="16888144" y="3518649"/>
            <a:ext cx="2167186" cy="3080502"/>
            <a:chOff x="914400" y="8970867"/>
            <a:chExt cx="3065487" cy="3390672"/>
          </a:xfrm>
        </p:grpSpPr>
        <p:pic>
          <p:nvPicPr>
            <p:cNvPr id="61" name="Picture 4">
              <a:extLst>
                <a:ext uri="{FF2B5EF4-FFF2-40B4-BE49-F238E27FC236}">
                  <a16:creationId xmlns:a16="http://schemas.microsoft.com/office/drawing/2014/main" id="{63499A2B-6B4C-9DCA-E489-0CB5FAE00C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501" y="8970867"/>
              <a:ext cx="3027386" cy="33906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488307B-91BF-1DC8-A875-EB9C23079CF4}"/>
                </a:ext>
              </a:extLst>
            </p:cNvPr>
            <p:cNvSpPr txBox="1"/>
            <p:nvPr/>
          </p:nvSpPr>
          <p:spPr>
            <a:xfrm>
              <a:off x="914400" y="10425816"/>
              <a:ext cx="3027387" cy="779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Maven pro" pitchFamily="2" charset="0"/>
                  <a:cs typeface="Baloo 2" pitchFamily="2" charset="0"/>
                </a:rPr>
                <a:t>csv</a:t>
              </a:r>
            </a:p>
          </p:txBody>
        </p:sp>
      </p:grp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4F0380EB-435F-28A4-4792-244EDAFC19C1}"/>
              </a:ext>
            </a:extLst>
          </p:cNvPr>
          <p:cNvSpPr/>
          <p:nvPr/>
        </p:nvSpPr>
        <p:spPr>
          <a:xfrm>
            <a:off x="16352050" y="3022949"/>
            <a:ext cx="3212437" cy="4399380"/>
          </a:xfrm>
          <a:prstGeom prst="roundRect">
            <a:avLst/>
          </a:prstGeom>
          <a:noFill/>
          <a:ln w="63500">
            <a:solidFill>
              <a:schemeClr val="tx1"/>
            </a:solidFill>
            <a:prstDash val="dash"/>
          </a:ln>
          <a:effectLst>
            <a:outerShdw blurRad="381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0" dirty="0">
              <a:latin typeface="Maven pro" pitchFamily="2" charset="0"/>
            </a:endParaRPr>
          </a:p>
        </p:txBody>
      </p:sp>
      <p:sp>
        <p:nvSpPr>
          <p:cNvPr id="1408" name="TextBox 1407">
            <a:extLst>
              <a:ext uri="{FF2B5EF4-FFF2-40B4-BE49-F238E27FC236}">
                <a16:creationId xmlns:a16="http://schemas.microsoft.com/office/drawing/2014/main" id="{F3BC546F-5C88-7245-4C60-0181DB7D008F}"/>
              </a:ext>
            </a:extLst>
          </p:cNvPr>
          <p:cNvSpPr txBox="1"/>
          <p:nvPr/>
        </p:nvSpPr>
        <p:spPr>
          <a:xfrm>
            <a:off x="22423465" y="5554085"/>
            <a:ext cx="31844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Maven pro" pitchFamily="2" charset="0"/>
                <a:cs typeface="Baloo 2" pitchFamily="2" charset="0"/>
              </a:rPr>
              <a:t>NCBI dataset CLI</a:t>
            </a:r>
          </a:p>
        </p:txBody>
      </p:sp>
      <p:sp>
        <p:nvSpPr>
          <p:cNvPr id="1410" name="TextBox 1409">
            <a:extLst>
              <a:ext uri="{FF2B5EF4-FFF2-40B4-BE49-F238E27FC236}">
                <a16:creationId xmlns:a16="http://schemas.microsoft.com/office/drawing/2014/main" id="{18172EC5-C744-54EE-DE5F-110A266B73D7}"/>
              </a:ext>
            </a:extLst>
          </p:cNvPr>
          <p:cNvSpPr txBox="1"/>
          <p:nvPr/>
        </p:nvSpPr>
        <p:spPr>
          <a:xfrm>
            <a:off x="21716912" y="1278085"/>
            <a:ext cx="89857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latin typeface="Maven pro" pitchFamily="2" charset="0"/>
                <a:cs typeface="Baloo 2" pitchFamily="2" charset="0"/>
              </a:rPr>
              <a:t>Subworkflow</a:t>
            </a:r>
            <a:r>
              <a:rPr lang="en-US" sz="4400" b="1" dirty="0">
                <a:latin typeface="Maven pro" pitchFamily="2" charset="0"/>
                <a:cs typeface="Baloo 2" pitchFamily="2" charset="0"/>
              </a:rPr>
              <a:t>: </a:t>
            </a:r>
            <a:r>
              <a:rPr lang="en-US" sz="4400" dirty="0">
                <a:latin typeface="Maven pro" pitchFamily="2" charset="0"/>
                <a:cs typeface="Baloo 2" pitchFamily="2" charset="0"/>
              </a:rPr>
              <a:t>NCBI Download </a:t>
            </a:r>
            <a:endParaRPr lang="en-US" sz="4400" b="1" dirty="0">
              <a:latin typeface="Maven pro" pitchFamily="2" charset="0"/>
              <a:cs typeface="Baloo 2" pitchFamily="2" charset="0"/>
            </a:endParaRPr>
          </a:p>
        </p:txBody>
      </p:sp>
      <p:sp>
        <p:nvSpPr>
          <p:cNvPr id="1411" name="TextBox 1410">
            <a:extLst>
              <a:ext uri="{FF2B5EF4-FFF2-40B4-BE49-F238E27FC236}">
                <a16:creationId xmlns:a16="http://schemas.microsoft.com/office/drawing/2014/main" id="{D22F02D0-3AFB-B79E-0AE1-8F468284217C}"/>
              </a:ext>
            </a:extLst>
          </p:cNvPr>
          <p:cNvSpPr txBox="1"/>
          <p:nvPr/>
        </p:nvSpPr>
        <p:spPr>
          <a:xfrm>
            <a:off x="31924384" y="5523782"/>
            <a:ext cx="45032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Maven pro" pitchFamily="2" charset="0"/>
                <a:cs typeface="Baloo 2" pitchFamily="2" charset="0"/>
              </a:rPr>
              <a:t>epitome_</a:t>
            </a:r>
          </a:p>
          <a:p>
            <a:pPr algn="ctr"/>
            <a:r>
              <a:rPr lang="en-US" sz="4000" b="1" dirty="0">
                <a:latin typeface="Maven pro" pitchFamily="2" charset="0"/>
                <a:cs typeface="Baloo 2" pitchFamily="2" charset="0"/>
              </a:rPr>
              <a:t>ncbi.py</a:t>
            </a:r>
          </a:p>
        </p:txBody>
      </p:sp>
      <p:sp>
        <p:nvSpPr>
          <p:cNvPr id="1414" name="Rectangle: Rounded Corners 1413">
            <a:extLst>
              <a:ext uri="{FF2B5EF4-FFF2-40B4-BE49-F238E27FC236}">
                <a16:creationId xmlns:a16="http://schemas.microsoft.com/office/drawing/2014/main" id="{75820C3E-D713-B6B0-FF97-9C9CE0DDDDD9}"/>
              </a:ext>
            </a:extLst>
          </p:cNvPr>
          <p:cNvSpPr/>
          <p:nvPr/>
        </p:nvSpPr>
        <p:spPr>
          <a:xfrm>
            <a:off x="22032342" y="13147259"/>
            <a:ext cx="16790241" cy="4256506"/>
          </a:xfrm>
          <a:prstGeom prst="roundRect">
            <a:avLst/>
          </a:prstGeom>
          <a:solidFill>
            <a:srgbClr val="EEEEEE"/>
          </a:solidFill>
          <a:ln>
            <a:solidFill>
              <a:schemeClr val="bg1"/>
            </a:solidFill>
          </a:ln>
          <a:effectLst>
            <a:outerShdw blurRad="381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0" dirty="0">
              <a:latin typeface="Maven pro" pitchFamily="2" charset="0"/>
            </a:endParaRPr>
          </a:p>
        </p:txBody>
      </p:sp>
      <p:sp>
        <p:nvSpPr>
          <p:cNvPr id="1415" name="TextBox 1414">
            <a:extLst>
              <a:ext uri="{FF2B5EF4-FFF2-40B4-BE49-F238E27FC236}">
                <a16:creationId xmlns:a16="http://schemas.microsoft.com/office/drawing/2014/main" id="{FAAD6E95-7D62-80C0-FA44-DA9F51EA6A91}"/>
              </a:ext>
            </a:extLst>
          </p:cNvPr>
          <p:cNvSpPr txBox="1"/>
          <p:nvPr/>
        </p:nvSpPr>
        <p:spPr>
          <a:xfrm>
            <a:off x="22493890" y="15634165"/>
            <a:ext cx="54024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Maven pro" pitchFamily="2" charset="0"/>
                <a:cs typeface="Baloo 2" pitchFamily="2" charset="0"/>
              </a:rPr>
              <a:t>epitome_inputs.py</a:t>
            </a:r>
          </a:p>
        </p:txBody>
      </p:sp>
      <p:sp>
        <p:nvSpPr>
          <p:cNvPr id="1418" name="TextBox 1417">
            <a:extLst>
              <a:ext uri="{FF2B5EF4-FFF2-40B4-BE49-F238E27FC236}">
                <a16:creationId xmlns:a16="http://schemas.microsoft.com/office/drawing/2014/main" id="{7DECE961-C696-CB14-A2E9-A36A75C1AB0E}"/>
              </a:ext>
            </a:extLst>
          </p:cNvPr>
          <p:cNvSpPr txBox="1"/>
          <p:nvPr/>
        </p:nvSpPr>
        <p:spPr>
          <a:xfrm>
            <a:off x="22595750" y="13270884"/>
            <a:ext cx="76005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Maven pro" pitchFamily="2" charset="0"/>
                <a:cs typeface="Baloo 2" pitchFamily="2" charset="0"/>
              </a:rPr>
              <a:t>Prepare Inputs</a:t>
            </a:r>
          </a:p>
        </p:txBody>
      </p:sp>
      <p:sp>
        <p:nvSpPr>
          <p:cNvPr id="1421" name="TextBox 1420">
            <a:extLst>
              <a:ext uri="{FF2B5EF4-FFF2-40B4-BE49-F238E27FC236}">
                <a16:creationId xmlns:a16="http://schemas.microsoft.com/office/drawing/2014/main" id="{7598739C-02FF-1CDD-6C73-574383D86CC5}"/>
              </a:ext>
            </a:extLst>
          </p:cNvPr>
          <p:cNvSpPr txBox="1"/>
          <p:nvPr/>
        </p:nvSpPr>
        <p:spPr>
          <a:xfrm>
            <a:off x="28311701" y="15634165"/>
            <a:ext cx="54024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Maven pro" pitchFamily="2" charset="0"/>
                <a:cs typeface="Baloo 2" pitchFamily="2" charset="0"/>
              </a:rPr>
              <a:t>epitome_classify.py</a:t>
            </a:r>
          </a:p>
        </p:txBody>
      </p:sp>
      <p:sp>
        <p:nvSpPr>
          <p:cNvPr id="1423" name="TextBox 1422">
            <a:extLst>
              <a:ext uri="{FF2B5EF4-FFF2-40B4-BE49-F238E27FC236}">
                <a16:creationId xmlns:a16="http://schemas.microsoft.com/office/drawing/2014/main" id="{DC817586-BFEC-45A3-9478-F47F0AE29B9F}"/>
              </a:ext>
            </a:extLst>
          </p:cNvPr>
          <p:cNvSpPr txBox="1"/>
          <p:nvPr/>
        </p:nvSpPr>
        <p:spPr>
          <a:xfrm>
            <a:off x="33734786" y="15634165"/>
            <a:ext cx="54024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Maven pro" pitchFamily="2" charset="0"/>
                <a:cs typeface="Baloo 2" pitchFamily="2" charset="0"/>
              </a:rPr>
              <a:t>epitome_qc.py</a:t>
            </a:r>
          </a:p>
        </p:txBody>
      </p:sp>
      <p:sp>
        <p:nvSpPr>
          <p:cNvPr id="1425" name="Rectangle: Rounded Corners 1424">
            <a:extLst>
              <a:ext uri="{FF2B5EF4-FFF2-40B4-BE49-F238E27FC236}">
                <a16:creationId xmlns:a16="http://schemas.microsoft.com/office/drawing/2014/main" id="{BE4FA7A5-1FB3-2EAD-15EF-9E780CF346DB}"/>
              </a:ext>
            </a:extLst>
          </p:cNvPr>
          <p:cNvSpPr/>
          <p:nvPr/>
        </p:nvSpPr>
        <p:spPr>
          <a:xfrm>
            <a:off x="39504162" y="13142661"/>
            <a:ext cx="4699469" cy="4261104"/>
          </a:xfrm>
          <a:prstGeom prst="roundRect">
            <a:avLst/>
          </a:prstGeom>
          <a:solidFill>
            <a:srgbClr val="EEEEEE"/>
          </a:solidFill>
          <a:ln>
            <a:solidFill>
              <a:schemeClr val="bg1"/>
            </a:solidFill>
          </a:ln>
          <a:effectLst>
            <a:outerShdw blurRad="381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0" dirty="0">
              <a:latin typeface="Maven pro" pitchFamily="2" charset="0"/>
            </a:endParaRPr>
          </a:p>
        </p:txBody>
      </p:sp>
      <p:sp>
        <p:nvSpPr>
          <p:cNvPr id="1431" name="TextBox 1430">
            <a:extLst>
              <a:ext uri="{FF2B5EF4-FFF2-40B4-BE49-F238E27FC236}">
                <a16:creationId xmlns:a16="http://schemas.microsoft.com/office/drawing/2014/main" id="{7A497739-63D8-8C8F-9656-67902939C137}"/>
              </a:ext>
            </a:extLst>
          </p:cNvPr>
          <p:cNvSpPr txBox="1"/>
          <p:nvPr/>
        </p:nvSpPr>
        <p:spPr>
          <a:xfrm>
            <a:off x="39255696" y="15634165"/>
            <a:ext cx="54024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Maven pro" pitchFamily="2" charset="0"/>
                <a:cs typeface="Baloo 2" pitchFamily="2" charset="0"/>
              </a:rPr>
              <a:t>epitome_</a:t>
            </a:r>
          </a:p>
          <a:p>
            <a:pPr algn="ctr"/>
            <a:r>
              <a:rPr lang="en-US" sz="4000" b="1" dirty="0">
                <a:latin typeface="Maven pro" pitchFamily="2" charset="0"/>
                <a:cs typeface="Baloo 2" pitchFamily="2" charset="0"/>
              </a:rPr>
              <a:t>cluster.py</a:t>
            </a:r>
          </a:p>
        </p:txBody>
      </p:sp>
      <p:sp>
        <p:nvSpPr>
          <p:cNvPr id="1434" name="TextBox 1433">
            <a:extLst>
              <a:ext uri="{FF2B5EF4-FFF2-40B4-BE49-F238E27FC236}">
                <a16:creationId xmlns:a16="http://schemas.microsoft.com/office/drawing/2014/main" id="{E94E065C-45FE-3562-AA1F-5F36F9D3C366}"/>
              </a:ext>
            </a:extLst>
          </p:cNvPr>
          <p:cNvSpPr txBox="1"/>
          <p:nvPr/>
        </p:nvSpPr>
        <p:spPr>
          <a:xfrm>
            <a:off x="21796055" y="11049941"/>
            <a:ext cx="97604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latin typeface="Maven pro" pitchFamily="2" charset="0"/>
                <a:cs typeface="Baloo 2" pitchFamily="2" charset="0"/>
              </a:rPr>
              <a:t>Subworkflow</a:t>
            </a:r>
            <a:r>
              <a:rPr lang="en-US" sz="4400" b="1" dirty="0">
                <a:latin typeface="Maven pro" pitchFamily="2" charset="0"/>
                <a:cs typeface="Baloo 2" pitchFamily="2" charset="0"/>
              </a:rPr>
              <a:t>: </a:t>
            </a:r>
            <a:r>
              <a:rPr lang="en-US" sz="4400" dirty="0">
                <a:latin typeface="Maven pro" pitchFamily="2" charset="0"/>
                <a:cs typeface="Baloo 2" pitchFamily="2" charset="0"/>
              </a:rPr>
              <a:t>Create Reference Set</a:t>
            </a:r>
          </a:p>
        </p:txBody>
      </p:sp>
      <p:sp>
        <p:nvSpPr>
          <p:cNvPr id="1437" name="Rectangle: Rounded Corners 1436">
            <a:extLst>
              <a:ext uri="{FF2B5EF4-FFF2-40B4-BE49-F238E27FC236}">
                <a16:creationId xmlns:a16="http://schemas.microsoft.com/office/drawing/2014/main" id="{E2D08E09-FEE6-AE5F-3FFE-90F032E8F031}"/>
              </a:ext>
            </a:extLst>
          </p:cNvPr>
          <p:cNvSpPr/>
          <p:nvPr/>
        </p:nvSpPr>
        <p:spPr>
          <a:xfrm>
            <a:off x="21069119" y="743704"/>
            <a:ext cx="23481794" cy="8172315"/>
          </a:xfrm>
          <a:prstGeom prst="roundRect">
            <a:avLst>
              <a:gd name="adj" fmla="val 5383"/>
            </a:avLst>
          </a:prstGeom>
          <a:noFill/>
          <a:ln w="63500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0" dirty="0">
              <a:latin typeface="Maven pro" pitchFamily="2" charset="0"/>
            </a:endParaRPr>
          </a:p>
        </p:txBody>
      </p:sp>
      <p:sp>
        <p:nvSpPr>
          <p:cNvPr id="1438" name="TextBox 1437">
            <a:extLst>
              <a:ext uri="{FF2B5EF4-FFF2-40B4-BE49-F238E27FC236}">
                <a16:creationId xmlns:a16="http://schemas.microsoft.com/office/drawing/2014/main" id="{263EF19D-B3D5-7BED-9BF1-312DB05FB2EB}"/>
              </a:ext>
            </a:extLst>
          </p:cNvPr>
          <p:cNvSpPr txBox="1"/>
          <p:nvPr/>
        </p:nvSpPr>
        <p:spPr>
          <a:xfrm>
            <a:off x="27518262" y="5551665"/>
            <a:ext cx="31844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err="1">
                <a:latin typeface="Maven pro" pitchFamily="2" charset="0"/>
                <a:cs typeface="Baloo 2" pitchFamily="2" charset="0"/>
              </a:rPr>
              <a:t>Edirect</a:t>
            </a:r>
            <a:endParaRPr lang="en-US" sz="4000" b="1" dirty="0">
              <a:latin typeface="Maven pro" pitchFamily="2" charset="0"/>
              <a:cs typeface="Baloo 2" pitchFamily="2" charset="0"/>
            </a:endParaRPr>
          </a:p>
        </p:txBody>
      </p:sp>
      <p:sp>
        <p:nvSpPr>
          <p:cNvPr id="1445" name="TextBox 1444">
            <a:extLst>
              <a:ext uri="{FF2B5EF4-FFF2-40B4-BE49-F238E27FC236}">
                <a16:creationId xmlns:a16="http://schemas.microsoft.com/office/drawing/2014/main" id="{A6D2CBBC-64AB-0507-F6F5-F24D1D8B1A8F}"/>
              </a:ext>
            </a:extLst>
          </p:cNvPr>
          <p:cNvSpPr txBox="1"/>
          <p:nvPr/>
        </p:nvSpPr>
        <p:spPr>
          <a:xfrm>
            <a:off x="21473034" y="23121354"/>
            <a:ext cx="58572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Maven pro" pitchFamily="2" charset="0"/>
                <a:cs typeface="Baloo 2" pitchFamily="2" charset="0"/>
              </a:rPr>
              <a:t>epitome_</a:t>
            </a:r>
          </a:p>
          <a:p>
            <a:pPr algn="ctr"/>
            <a:r>
              <a:rPr lang="en-US" sz="4000" b="1" dirty="0">
                <a:latin typeface="Maven pro" pitchFamily="2" charset="0"/>
                <a:cs typeface="Baloo 2" pitchFamily="2" charset="0"/>
              </a:rPr>
              <a:t>summary.py</a:t>
            </a:r>
          </a:p>
        </p:txBody>
      </p:sp>
      <p:grpSp>
        <p:nvGrpSpPr>
          <p:cNvPr id="1452" name="Group 1451">
            <a:extLst>
              <a:ext uri="{FF2B5EF4-FFF2-40B4-BE49-F238E27FC236}">
                <a16:creationId xmlns:a16="http://schemas.microsoft.com/office/drawing/2014/main" id="{7258BE63-9BE6-444F-8E48-A584DDD601E9}"/>
              </a:ext>
            </a:extLst>
          </p:cNvPr>
          <p:cNvGrpSpPr/>
          <p:nvPr/>
        </p:nvGrpSpPr>
        <p:grpSpPr>
          <a:xfrm>
            <a:off x="16831946" y="21050941"/>
            <a:ext cx="2167186" cy="3080502"/>
            <a:chOff x="914400" y="8970867"/>
            <a:chExt cx="3065487" cy="3390672"/>
          </a:xfrm>
        </p:grpSpPr>
        <p:pic>
          <p:nvPicPr>
            <p:cNvPr id="1453" name="Picture 4">
              <a:extLst>
                <a:ext uri="{FF2B5EF4-FFF2-40B4-BE49-F238E27FC236}">
                  <a16:creationId xmlns:a16="http://schemas.microsoft.com/office/drawing/2014/main" id="{BCD24667-E772-6797-930D-63C02487C9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501" y="8970867"/>
              <a:ext cx="3027386" cy="33906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54" name="TextBox 1453">
              <a:extLst>
                <a:ext uri="{FF2B5EF4-FFF2-40B4-BE49-F238E27FC236}">
                  <a16:creationId xmlns:a16="http://schemas.microsoft.com/office/drawing/2014/main" id="{BB7F40C7-5DBC-4141-1ED8-AB8B54E24F45}"/>
                </a:ext>
              </a:extLst>
            </p:cNvPr>
            <p:cNvSpPr txBox="1"/>
            <p:nvPr/>
          </p:nvSpPr>
          <p:spPr>
            <a:xfrm>
              <a:off x="914400" y="10425816"/>
              <a:ext cx="3027387" cy="779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 err="1">
                  <a:solidFill>
                    <a:schemeClr val="bg1"/>
                  </a:solidFill>
                  <a:latin typeface="Maven pro" pitchFamily="2" charset="0"/>
                  <a:cs typeface="Baloo 2" pitchFamily="2" charset="0"/>
                </a:rPr>
                <a:t>jsonl</a:t>
              </a:r>
              <a:endParaRPr lang="en-US" sz="4000" b="1" dirty="0">
                <a:solidFill>
                  <a:schemeClr val="bg1"/>
                </a:solidFill>
                <a:latin typeface="Maven pro" pitchFamily="2" charset="0"/>
                <a:cs typeface="Baloo 2" pitchFamily="2" charset="0"/>
              </a:endParaRPr>
            </a:p>
          </p:txBody>
        </p:sp>
      </p:grpSp>
      <p:sp>
        <p:nvSpPr>
          <p:cNvPr id="1455" name="Rectangle: Rounded Corners 1454">
            <a:extLst>
              <a:ext uri="{FF2B5EF4-FFF2-40B4-BE49-F238E27FC236}">
                <a16:creationId xmlns:a16="http://schemas.microsoft.com/office/drawing/2014/main" id="{B362D1BA-4011-F247-E7AF-5BB36FEF4BB7}"/>
              </a:ext>
            </a:extLst>
          </p:cNvPr>
          <p:cNvSpPr/>
          <p:nvPr/>
        </p:nvSpPr>
        <p:spPr>
          <a:xfrm>
            <a:off x="16372522" y="20327530"/>
            <a:ext cx="3212437" cy="4399380"/>
          </a:xfrm>
          <a:prstGeom prst="roundRect">
            <a:avLst/>
          </a:prstGeom>
          <a:noFill/>
          <a:ln w="63500">
            <a:solidFill>
              <a:schemeClr val="tx1"/>
            </a:solidFill>
            <a:prstDash val="dash"/>
          </a:ln>
          <a:effectLst>
            <a:outerShdw blurRad="381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0" dirty="0">
              <a:latin typeface="Maven pro" pitchFamily="2" charset="0"/>
            </a:endParaRPr>
          </a:p>
        </p:txBody>
      </p:sp>
      <p:sp>
        <p:nvSpPr>
          <p:cNvPr id="1458" name="TextBox 1457">
            <a:extLst>
              <a:ext uri="{FF2B5EF4-FFF2-40B4-BE49-F238E27FC236}">
                <a16:creationId xmlns:a16="http://schemas.microsoft.com/office/drawing/2014/main" id="{F9E89D67-559A-2622-3F4D-0D54D44C85F6}"/>
              </a:ext>
            </a:extLst>
          </p:cNvPr>
          <p:cNvSpPr txBox="1"/>
          <p:nvPr/>
        </p:nvSpPr>
        <p:spPr>
          <a:xfrm>
            <a:off x="29628891" y="21041974"/>
            <a:ext cx="76005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Maven pro" pitchFamily="2" charset="0"/>
                <a:cs typeface="Baloo 2" pitchFamily="2" charset="0"/>
              </a:rPr>
              <a:t>Create Consensus</a:t>
            </a:r>
          </a:p>
        </p:txBody>
      </p:sp>
      <p:cxnSp>
        <p:nvCxnSpPr>
          <p:cNvPr id="1459" name="Straight Connector 1458">
            <a:extLst>
              <a:ext uri="{FF2B5EF4-FFF2-40B4-BE49-F238E27FC236}">
                <a16:creationId xmlns:a16="http://schemas.microsoft.com/office/drawing/2014/main" id="{ECFD838D-29FE-C9CD-418B-C3D1680B8E12}"/>
              </a:ext>
            </a:extLst>
          </p:cNvPr>
          <p:cNvCxnSpPr>
            <a:cxnSpLocks/>
          </p:cNvCxnSpPr>
          <p:nvPr/>
        </p:nvCxnSpPr>
        <p:spPr>
          <a:xfrm flipV="1">
            <a:off x="19258689" y="4988122"/>
            <a:ext cx="21745221" cy="93249"/>
          </a:xfrm>
          <a:prstGeom prst="line">
            <a:avLst/>
          </a:prstGeom>
          <a:ln w="254000">
            <a:solidFill>
              <a:srgbClr val="E16F59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60" name="Picture 6">
            <a:extLst>
              <a:ext uri="{FF2B5EF4-FFF2-40B4-BE49-F238E27FC236}">
                <a16:creationId xmlns:a16="http://schemas.microsoft.com/office/drawing/2014/main" id="{B3DB3BA7-C635-A263-857C-17D1A5665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5413" y="4770799"/>
            <a:ext cx="652114" cy="659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63" name="TextBox 1462">
            <a:extLst>
              <a:ext uri="{FF2B5EF4-FFF2-40B4-BE49-F238E27FC236}">
                <a16:creationId xmlns:a16="http://schemas.microsoft.com/office/drawing/2014/main" id="{4CABFFB6-9A01-187E-94A5-F5EEB54AC3B6}"/>
              </a:ext>
            </a:extLst>
          </p:cNvPr>
          <p:cNvSpPr txBox="1"/>
          <p:nvPr/>
        </p:nvSpPr>
        <p:spPr>
          <a:xfrm>
            <a:off x="16321121" y="18792527"/>
            <a:ext cx="48717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Maven pro" pitchFamily="2" charset="0"/>
                <a:cs typeface="Baloo 2" pitchFamily="2" charset="0"/>
              </a:rPr>
              <a:t>Output: </a:t>
            </a:r>
          </a:p>
          <a:p>
            <a:r>
              <a:rPr lang="en-US" sz="4000" dirty="0">
                <a:latin typeface="Maven pro" pitchFamily="2" charset="0"/>
                <a:cs typeface="Baloo 2" pitchFamily="2" charset="0"/>
              </a:rPr>
              <a:t>Reference Set</a:t>
            </a:r>
          </a:p>
        </p:txBody>
      </p:sp>
      <p:sp>
        <p:nvSpPr>
          <p:cNvPr id="1464" name="TextBox 1463">
            <a:extLst>
              <a:ext uri="{FF2B5EF4-FFF2-40B4-BE49-F238E27FC236}">
                <a16:creationId xmlns:a16="http://schemas.microsoft.com/office/drawing/2014/main" id="{7D8D2C48-1FD0-B93B-C92C-880998E07163}"/>
              </a:ext>
            </a:extLst>
          </p:cNvPr>
          <p:cNvSpPr txBox="1"/>
          <p:nvPr/>
        </p:nvSpPr>
        <p:spPr>
          <a:xfrm>
            <a:off x="40058931" y="13274920"/>
            <a:ext cx="31378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Maven pro" pitchFamily="2" charset="0"/>
                <a:cs typeface="Baloo 2" pitchFamily="2" charset="0"/>
              </a:rPr>
              <a:t>Cluster</a:t>
            </a:r>
          </a:p>
        </p:txBody>
      </p:sp>
      <p:grpSp>
        <p:nvGrpSpPr>
          <p:cNvPr id="1469" name="Group 1468">
            <a:extLst>
              <a:ext uri="{FF2B5EF4-FFF2-40B4-BE49-F238E27FC236}">
                <a16:creationId xmlns:a16="http://schemas.microsoft.com/office/drawing/2014/main" id="{C916E738-DB24-4F25-E551-55D3A953373D}"/>
              </a:ext>
            </a:extLst>
          </p:cNvPr>
          <p:cNvGrpSpPr/>
          <p:nvPr/>
        </p:nvGrpSpPr>
        <p:grpSpPr>
          <a:xfrm>
            <a:off x="41030845" y="3530861"/>
            <a:ext cx="2167186" cy="3080502"/>
            <a:chOff x="914400" y="8970867"/>
            <a:chExt cx="3065487" cy="3390672"/>
          </a:xfrm>
        </p:grpSpPr>
        <p:pic>
          <p:nvPicPr>
            <p:cNvPr id="1470" name="Picture 4">
              <a:extLst>
                <a:ext uri="{FF2B5EF4-FFF2-40B4-BE49-F238E27FC236}">
                  <a16:creationId xmlns:a16="http://schemas.microsoft.com/office/drawing/2014/main" id="{90B6DB88-2640-7ECB-3467-7A483C0BE3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501" y="8970867"/>
              <a:ext cx="3027386" cy="33906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36E66F2B-96F9-32F3-A853-92DA91D64E6F}"/>
                </a:ext>
              </a:extLst>
            </p:cNvPr>
            <p:cNvSpPr txBox="1"/>
            <p:nvPr/>
          </p:nvSpPr>
          <p:spPr>
            <a:xfrm>
              <a:off x="914400" y="10425816"/>
              <a:ext cx="3027387" cy="779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 err="1">
                  <a:solidFill>
                    <a:schemeClr val="bg1"/>
                  </a:solidFill>
                  <a:latin typeface="Maven pro" pitchFamily="2" charset="0"/>
                  <a:cs typeface="Baloo 2" pitchFamily="2" charset="0"/>
                </a:rPr>
                <a:t>jsonl</a:t>
              </a:r>
              <a:endParaRPr lang="en-US" sz="4000" b="1" dirty="0">
                <a:solidFill>
                  <a:schemeClr val="bg1"/>
                </a:solidFill>
                <a:latin typeface="Maven pro" pitchFamily="2" charset="0"/>
                <a:cs typeface="Baloo 2" pitchFamily="2" charset="0"/>
              </a:endParaRPr>
            </a:p>
          </p:txBody>
        </p:sp>
      </p:grpSp>
      <p:sp>
        <p:nvSpPr>
          <p:cNvPr id="1028" name="Rectangle: Rounded Corners 1027">
            <a:extLst>
              <a:ext uri="{FF2B5EF4-FFF2-40B4-BE49-F238E27FC236}">
                <a16:creationId xmlns:a16="http://schemas.microsoft.com/office/drawing/2014/main" id="{4C9B6B33-DDA8-1936-8B64-C5269E23E8BE}"/>
              </a:ext>
            </a:extLst>
          </p:cNvPr>
          <p:cNvSpPr/>
          <p:nvPr/>
        </p:nvSpPr>
        <p:spPr>
          <a:xfrm>
            <a:off x="40571421" y="3310954"/>
            <a:ext cx="3212437" cy="3480753"/>
          </a:xfrm>
          <a:prstGeom prst="roundRect">
            <a:avLst/>
          </a:prstGeom>
          <a:noFill/>
          <a:ln w="63500">
            <a:solidFill>
              <a:schemeClr val="tx1"/>
            </a:solidFill>
            <a:prstDash val="dash"/>
          </a:ln>
          <a:effectLst>
            <a:outerShdw blurRad="381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0" dirty="0">
              <a:latin typeface="Maven pro" pitchFamily="2" charset="0"/>
            </a:endParaRP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8FE9DE5A-B3A7-B6D1-6F74-26F62BDDD89E}"/>
              </a:ext>
            </a:extLst>
          </p:cNvPr>
          <p:cNvSpPr txBox="1"/>
          <p:nvPr/>
        </p:nvSpPr>
        <p:spPr>
          <a:xfrm>
            <a:off x="40559226" y="1198635"/>
            <a:ext cx="34785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Maven pro" pitchFamily="2" charset="0"/>
                <a:cs typeface="Baloo 2" pitchFamily="2" charset="0"/>
              </a:rPr>
              <a:t>Output: </a:t>
            </a:r>
          </a:p>
          <a:p>
            <a:r>
              <a:rPr lang="en-US" sz="4000" dirty="0">
                <a:latin typeface="Maven pro" pitchFamily="2" charset="0"/>
                <a:cs typeface="Baloo 2" pitchFamily="2" charset="0"/>
              </a:rPr>
              <a:t>Sequences + metadata</a:t>
            </a:r>
          </a:p>
        </p:txBody>
      </p:sp>
      <p:cxnSp>
        <p:nvCxnSpPr>
          <p:cNvPr id="1037" name="Connector: Elbow 1036">
            <a:extLst>
              <a:ext uri="{FF2B5EF4-FFF2-40B4-BE49-F238E27FC236}">
                <a16:creationId xmlns:a16="http://schemas.microsoft.com/office/drawing/2014/main" id="{01FEF2DA-B6C3-FE1D-D03B-DCBB1E845FA7}"/>
              </a:ext>
            </a:extLst>
          </p:cNvPr>
          <p:cNvCxnSpPr>
            <a:cxnSpLocks/>
          </p:cNvCxnSpPr>
          <p:nvPr/>
        </p:nvCxnSpPr>
        <p:spPr>
          <a:xfrm rot="10800000" flipV="1">
            <a:off x="20976080" y="4988123"/>
            <a:ext cx="16457971" cy="4420465"/>
          </a:xfrm>
          <a:prstGeom prst="bentConnector3">
            <a:avLst>
              <a:gd name="adj1" fmla="val 1848"/>
            </a:avLst>
          </a:prstGeom>
          <a:ln w="254000">
            <a:solidFill>
              <a:srgbClr val="E16F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Connector: Elbow 1040">
            <a:extLst>
              <a:ext uri="{FF2B5EF4-FFF2-40B4-BE49-F238E27FC236}">
                <a16:creationId xmlns:a16="http://schemas.microsoft.com/office/drawing/2014/main" id="{987C0F29-F00C-21CA-CD12-7F4B4115B09B}"/>
              </a:ext>
            </a:extLst>
          </p:cNvPr>
          <p:cNvCxnSpPr>
            <a:cxnSpLocks/>
          </p:cNvCxnSpPr>
          <p:nvPr/>
        </p:nvCxnSpPr>
        <p:spPr>
          <a:xfrm rot="10800000">
            <a:off x="21109970" y="9404291"/>
            <a:ext cx="22673889" cy="5013138"/>
          </a:xfrm>
          <a:prstGeom prst="bentConnector3">
            <a:avLst>
              <a:gd name="adj1" fmla="val 100891"/>
            </a:avLst>
          </a:prstGeom>
          <a:ln w="254000">
            <a:solidFill>
              <a:srgbClr val="E16F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5" name="Oval 1044">
            <a:extLst>
              <a:ext uri="{FF2B5EF4-FFF2-40B4-BE49-F238E27FC236}">
                <a16:creationId xmlns:a16="http://schemas.microsoft.com/office/drawing/2014/main" id="{B9F8E498-9F75-517A-5D76-824B3A3D3CCC}"/>
              </a:ext>
            </a:extLst>
          </p:cNvPr>
          <p:cNvSpPr/>
          <p:nvPr/>
        </p:nvSpPr>
        <p:spPr>
          <a:xfrm>
            <a:off x="23764051" y="4842267"/>
            <a:ext cx="448999" cy="460331"/>
          </a:xfrm>
          <a:prstGeom prst="ellipse">
            <a:avLst/>
          </a:prstGeom>
          <a:solidFill>
            <a:schemeClr val="bg1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Maven pro" pitchFamily="2" charset="0"/>
            </a:endParaRPr>
          </a:p>
        </p:txBody>
      </p:sp>
      <p:sp>
        <p:nvSpPr>
          <p:cNvPr id="1046" name="Oval 1045">
            <a:extLst>
              <a:ext uri="{FF2B5EF4-FFF2-40B4-BE49-F238E27FC236}">
                <a16:creationId xmlns:a16="http://schemas.microsoft.com/office/drawing/2014/main" id="{FB05D3B0-E38F-596C-B4ED-9EB11AF4BE18}"/>
              </a:ext>
            </a:extLst>
          </p:cNvPr>
          <p:cNvSpPr/>
          <p:nvPr/>
        </p:nvSpPr>
        <p:spPr>
          <a:xfrm>
            <a:off x="28798617" y="4786436"/>
            <a:ext cx="448999" cy="460331"/>
          </a:xfrm>
          <a:prstGeom prst="ellipse">
            <a:avLst/>
          </a:prstGeom>
          <a:solidFill>
            <a:schemeClr val="bg1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Maven pro" pitchFamily="2" charset="0"/>
            </a:endParaRPr>
          </a:p>
        </p:txBody>
      </p:sp>
      <p:sp>
        <p:nvSpPr>
          <p:cNvPr id="1047" name="Oval 1046">
            <a:extLst>
              <a:ext uri="{FF2B5EF4-FFF2-40B4-BE49-F238E27FC236}">
                <a16:creationId xmlns:a16="http://schemas.microsoft.com/office/drawing/2014/main" id="{02D255A9-DFCA-0F59-CBBE-4F3C69B83556}"/>
              </a:ext>
            </a:extLst>
          </p:cNvPr>
          <p:cNvSpPr/>
          <p:nvPr/>
        </p:nvSpPr>
        <p:spPr>
          <a:xfrm>
            <a:off x="34016089" y="4812871"/>
            <a:ext cx="448999" cy="460331"/>
          </a:xfrm>
          <a:prstGeom prst="ellipse">
            <a:avLst/>
          </a:prstGeom>
          <a:solidFill>
            <a:schemeClr val="bg1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Maven pro" pitchFamily="2" charset="0"/>
            </a:endParaRPr>
          </a:p>
        </p:txBody>
      </p:sp>
      <p:cxnSp>
        <p:nvCxnSpPr>
          <p:cNvPr id="1049" name="Connector: Elbow 1048">
            <a:extLst>
              <a:ext uri="{FF2B5EF4-FFF2-40B4-BE49-F238E27FC236}">
                <a16:creationId xmlns:a16="http://schemas.microsoft.com/office/drawing/2014/main" id="{0DA1597A-619E-2E74-1483-D24B809D8924}"/>
              </a:ext>
            </a:extLst>
          </p:cNvPr>
          <p:cNvCxnSpPr>
            <a:cxnSpLocks/>
          </p:cNvCxnSpPr>
          <p:nvPr/>
        </p:nvCxnSpPr>
        <p:spPr>
          <a:xfrm rot="10800000">
            <a:off x="19156984" y="10100957"/>
            <a:ext cx="24626874" cy="4556761"/>
          </a:xfrm>
          <a:prstGeom prst="bentConnector3">
            <a:avLst>
              <a:gd name="adj1" fmla="val 93855"/>
            </a:avLst>
          </a:prstGeom>
          <a:ln w="254000">
            <a:solidFill>
              <a:srgbClr val="DFC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Connector: Elbow 1051">
            <a:extLst>
              <a:ext uri="{FF2B5EF4-FFF2-40B4-BE49-F238E27FC236}">
                <a16:creationId xmlns:a16="http://schemas.microsoft.com/office/drawing/2014/main" id="{E5D4878D-2629-39B2-7A79-A1A25267D8E9}"/>
              </a:ext>
            </a:extLst>
          </p:cNvPr>
          <p:cNvCxnSpPr>
            <a:cxnSpLocks/>
          </p:cNvCxnSpPr>
          <p:nvPr/>
        </p:nvCxnSpPr>
        <p:spPr>
          <a:xfrm rot="10800000">
            <a:off x="19142245" y="12889427"/>
            <a:ext cx="2186130" cy="1772777"/>
          </a:xfrm>
          <a:prstGeom prst="bentConnector3">
            <a:avLst>
              <a:gd name="adj1" fmla="val 30746"/>
            </a:avLst>
          </a:prstGeom>
          <a:ln w="254000">
            <a:solidFill>
              <a:srgbClr val="DFC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Connector: Elbow 1056">
            <a:extLst>
              <a:ext uri="{FF2B5EF4-FFF2-40B4-BE49-F238E27FC236}">
                <a16:creationId xmlns:a16="http://schemas.microsoft.com/office/drawing/2014/main" id="{FDF6AC12-5766-82A4-4D42-7DE621BFF38A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142244" y="14907396"/>
            <a:ext cx="24641614" cy="1773930"/>
          </a:xfrm>
          <a:prstGeom prst="bentConnector3">
            <a:avLst>
              <a:gd name="adj1" fmla="val 93811"/>
            </a:avLst>
          </a:prstGeom>
          <a:ln w="254000">
            <a:solidFill>
              <a:srgbClr val="4EA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2" name="Rectangle: Rounded Corners 1431">
            <a:extLst>
              <a:ext uri="{FF2B5EF4-FFF2-40B4-BE49-F238E27FC236}">
                <a16:creationId xmlns:a16="http://schemas.microsoft.com/office/drawing/2014/main" id="{75C00F1E-73E1-F407-6A93-679CE19D77CA}"/>
              </a:ext>
            </a:extLst>
          </p:cNvPr>
          <p:cNvSpPr/>
          <p:nvPr/>
        </p:nvSpPr>
        <p:spPr>
          <a:xfrm>
            <a:off x="41762942" y="14246237"/>
            <a:ext cx="387978" cy="10972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24" name="Rectangle: Rounded Corners 1423">
            <a:extLst>
              <a:ext uri="{FF2B5EF4-FFF2-40B4-BE49-F238E27FC236}">
                <a16:creationId xmlns:a16="http://schemas.microsoft.com/office/drawing/2014/main" id="{A7F333E0-D303-B6CD-3826-58F5DFBE9FE8}"/>
              </a:ext>
            </a:extLst>
          </p:cNvPr>
          <p:cNvSpPr/>
          <p:nvPr/>
        </p:nvSpPr>
        <p:spPr>
          <a:xfrm>
            <a:off x="36248780" y="14246237"/>
            <a:ext cx="387978" cy="8229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22" name="Rectangle: Rounded Corners 1421">
            <a:extLst>
              <a:ext uri="{FF2B5EF4-FFF2-40B4-BE49-F238E27FC236}">
                <a16:creationId xmlns:a16="http://schemas.microsoft.com/office/drawing/2014/main" id="{9A1DEE12-AE6E-A98A-E52C-AE100692B35E}"/>
              </a:ext>
            </a:extLst>
          </p:cNvPr>
          <p:cNvSpPr/>
          <p:nvPr/>
        </p:nvSpPr>
        <p:spPr>
          <a:xfrm>
            <a:off x="30818947" y="14246237"/>
            <a:ext cx="387978" cy="8229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17" name="Rectangle: Rounded Corners 1416">
            <a:extLst>
              <a:ext uri="{FF2B5EF4-FFF2-40B4-BE49-F238E27FC236}">
                <a16:creationId xmlns:a16="http://schemas.microsoft.com/office/drawing/2014/main" id="{8668BF05-F4CB-FC7E-1098-E0C861369945}"/>
              </a:ext>
            </a:extLst>
          </p:cNvPr>
          <p:cNvSpPr/>
          <p:nvPr/>
        </p:nvSpPr>
        <p:spPr>
          <a:xfrm>
            <a:off x="25025656" y="14246237"/>
            <a:ext cx="387978" cy="8229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52" name="Picture 6">
            <a:extLst>
              <a:ext uri="{FF2B5EF4-FFF2-40B4-BE49-F238E27FC236}">
                <a16:creationId xmlns:a16="http://schemas.microsoft.com/office/drawing/2014/main" id="{B4007420-512F-C2F0-4724-B497F1D58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4475" y="9773045"/>
            <a:ext cx="652114" cy="659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6">
            <a:extLst>
              <a:ext uri="{FF2B5EF4-FFF2-40B4-BE49-F238E27FC236}">
                <a16:creationId xmlns:a16="http://schemas.microsoft.com/office/drawing/2014/main" id="{08E414D9-E0CE-1D54-EA8A-727194CAE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4475" y="12557590"/>
            <a:ext cx="652114" cy="659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6">
            <a:extLst>
              <a:ext uri="{FF2B5EF4-FFF2-40B4-BE49-F238E27FC236}">
                <a16:creationId xmlns:a16="http://schemas.microsoft.com/office/drawing/2014/main" id="{98E9B6A3-F115-814D-6EFA-1C0FB2863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7443" y="16355963"/>
            <a:ext cx="652114" cy="659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27" name="Connector: Elbow 1526">
            <a:extLst>
              <a:ext uri="{FF2B5EF4-FFF2-40B4-BE49-F238E27FC236}">
                <a16:creationId xmlns:a16="http://schemas.microsoft.com/office/drawing/2014/main" id="{96D25CE4-D45F-35D4-1D93-C2E7ABEF8F72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107150" y="14657716"/>
            <a:ext cx="24676712" cy="7903199"/>
          </a:xfrm>
          <a:prstGeom prst="bentConnector3">
            <a:avLst>
              <a:gd name="adj1" fmla="val -1041"/>
            </a:avLst>
          </a:prstGeom>
          <a:ln w="254000">
            <a:solidFill>
              <a:srgbClr val="DFC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3" name="Connector: Elbow 1532">
            <a:extLst>
              <a:ext uri="{FF2B5EF4-FFF2-40B4-BE49-F238E27FC236}">
                <a16:creationId xmlns:a16="http://schemas.microsoft.com/office/drawing/2014/main" id="{62962A01-07ED-5619-75C2-95E4733A8CF6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142246" y="14902909"/>
            <a:ext cx="24641612" cy="7406336"/>
          </a:xfrm>
          <a:prstGeom prst="bentConnector3">
            <a:avLst>
              <a:gd name="adj1" fmla="val -36"/>
            </a:avLst>
          </a:prstGeom>
          <a:ln w="254000">
            <a:solidFill>
              <a:srgbClr val="4EA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Connector: Elbow 1096">
            <a:extLst>
              <a:ext uri="{FF2B5EF4-FFF2-40B4-BE49-F238E27FC236}">
                <a16:creationId xmlns:a16="http://schemas.microsoft.com/office/drawing/2014/main" id="{2CE2E2E9-7441-89D6-7F58-6849387CDE50}"/>
              </a:ext>
            </a:extLst>
          </p:cNvPr>
          <p:cNvCxnSpPr>
            <a:cxnSpLocks/>
          </p:cNvCxnSpPr>
          <p:nvPr/>
        </p:nvCxnSpPr>
        <p:spPr>
          <a:xfrm flipV="1">
            <a:off x="19142243" y="14417430"/>
            <a:ext cx="24447180" cy="8389916"/>
          </a:xfrm>
          <a:prstGeom prst="bentConnector3">
            <a:avLst>
              <a:gd name="adj1" fmla="val 102958"/>
            </a:avLst>
          </a:prstGeom>
          <a:ln w="254000">
            <a:solidFill>
              <a:srgbClr val="E16F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87" name="Group 1486">
            <a:extLst>
              <a:ext uri="{FF2B5EF4-FFF2-40B4-BE49-F238E27FC236}">
                <a16:creationId xmlns:a16="http://schemas.microsoft.com/office/drawing/2014/main" id="{695905DB-D774-D280-8862-AFAA512C338E}"/>
              </a:ext>
            </a:extLst>
          </p:cNvPr>
          <p:cNvGrpSpPr/>
          <p:nvPr/>
        </p:nvGrpSpPr>
        <p:grpSpPr>
          <a:xfrm>
            <a:off x="34728516" y="22091076"/>
            <a:ext cx="3977640" cy="2384153"/>
            <a:chOff x="37234247" y="21370350"/>
            <a:chExt cx="3977640" cy="2384153"/>
          </a:xfrm>
        </p:grpSpPr>
        <p:sp>
          <p:nvSpPr>
            <p:cNvPr id="1441" name="TextBox 1440">
              <a:extLst>
                <a:ext uri="{FF2B5EF4-FFF2-40B4-BE49-F238E27FC236}">
                  <a16:creationId xmlns:a16="http://schemas.microsoft.com/office/drawing/2014/main" id="{26938D62-CBC3-36BE-54DB-A678422A5A16}"/>
                </a:ext>
              </a:extLst>
            </p:cNvPr>
            <p:cNvSpPr txBox="1"/>
            <p:nvPr/>
          </p:nvSpPr>
          <p:spPr>
            <a:xfrm>
              <a:off x="37234247" y="22431064"/>
              <a:ext cx="397764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Maven pro" pitchFamily="2" charset="0"/>
                  <a:cs typeface="Baloo 2" pitchFamily="2" charset="0"/>
                </a:rPr>
                <a:t>epitome_</a:t>
              </a:r>
            </a:p>
            <a:p>
              <a:pPr algn="ctr"/>
              <a:r>
                <a:rPr lang="en-US" sz="4000" b="1" dirty="0">
                  <a:latin typeface="Maven pro" pitchFamily="2" charset="0"/>
                  <a:cs typeface="Baloo 2" pitchFamily="2" charset="0"/>
                </a:rPr>
                <a:t>consensus.py</a:t>
              </a:r>
            </a:p>
          </p:txBody>
        </p:sp>
        <p:sp>
          <p:nvSpPr>
            <p:cNvPr id="1442" name="Rectangle: Rounded Corners 1441">
              <a:extLst>
                <a:ext uri="{FF2B5EF4-FFF2-40B4-BE49-F238E27FC236}">
                  <a16:creationId xmlns:a16="http://schemas.microsoft.com/office/drawing/2014/main" id="{78E439B3-7C28-97EC-547C-7C3BDB560025}"/>
                </a:ext>
              </a:extLst>
            </p:cNvPr>
            <p:cNvSpPr/>
            <p:nvPr/>
          </p:nvSpPr>
          <p:spPr>
            <a:xfrm>
              <a:off x="39029078" y="21370350"/>
              <a:ext cx="387978" cy="82296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1486" name="Group 1485">
            <a:extLst>
              <a:ext uri="{FF2B5EF4-FFF2-40B4-BE49-F238E27FC236}">
                <a16:creationId xmlns:a16="http://schemas.microsoft.com/office/drawing/2014/main" id="{AD74356D-A34F-9327-3D06-B48BBD5E2D4D}"/>
              </a:ext>
            </a:extLst>
          </p:cNvPr>
          <p:cNvGrpSpPr/>
          <p:nvPr/>
        </p:nvGrpSpPr>
        <p:grpSpPr>
          <a:xfrm>
            <a:off x="29373690" y="22109471"/>
            <a:ext cx="3977640" cy="2384153"/>
            <a:chOff x="33108263" y="21370350"/>
            <a:chExt cx="3977640" cy="2384153"/>
          </a:xfrm>
        </p:grpSpPr>
        <p:sp>
          <p:nvSpPr>
            <p:cNvPr id="1443" name="TextBox 1442">
              <a:extLst>
                <a:ext uri="{FF2B5EF4-FFF2-40B4-BE49-F238E27FC236}">
                  <a16:creationId xmlns:a16="http://schemas.microsoft.com/office/drawing/2014/main" id="{B8571E25-DD9F-91A6-342E-DFE12AFDA69A}"/>
                </a:ext>
              </a:extLst>
            </p:cNvPr>
            <p:cNvSpPr txBox="1"/>
            <p:nvPr/>
          </p:nvSpPr>
          <p:spPr>
            <a:xfrm>
              <a:off x="33108263" y="22431064"/>
              <a:ext cx="397764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Maven pro" pitchFamily="2" charset="0"/>
                  <a:cs typeface="Baloo 2" pitchFamily="2" charset="0"/>
                </a:rPr>
                <a:t>epitome_</a:t>
              </a:r>
            </a:p>
            <a:p>
              <a:pPr algn="ctr"/>
              <a:r>
                <a:rPr lang="en-US" sz="4000" b="1" dirty="0">
                  <a:latin typeface="Maven pro" pitchFamily="2" charset="0"/>
                  <a:cs typeface="Baloo 2" pitchFamily="2" charset="0"/>
                </a:rPr>
                <a:t>condense.py</a:t>
              </a:r>
            </a:p>
          </p:txBody>
        </p:sp>
        <p:sp>
          <p:nvSpPr>
            <p:cNvPr id="1444" name="Rectangle: Rounded Corners 1443">
              <a:extLst>
                <a:ext uri="{FF2B5EF4-FFF2-40B4-BE49-F238E27FC236}">
                  <a16:creationId xmlns:a16="http://schemas.microsoft.com/office/drawing/2014/main" id="{191B92F5-0EB8-C900-57D8-AB3723D5BC3F}"/>
                </a:ext>
              </a:extLst>
            </p:cNvPr>
            <p:cNvSpPr/>
            <p:nvPr/>
          </p:nvSpPr>
          <p:spPr>
            <a:xfrm>
              <a:off x="34903094" y="21370350"/>
              <a:ext cx="387978" cy="82296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1489" name="Group 1488">
            <a:extLst>
              <a:ext uri="{FF2B5EF4-FFF2-40B4-BE49-F238E27FC236}">
                <a16:creationId xmlns:a16="http://schemas.microsoft.com/office/drawing/2014/main" id="{4A29F870-F0B0-C1E3-EDDF-C33FCBF30B5C}"/>
              </a:ext>
            </a:extLst>
          </p:cNvPr>
          <p:cNvGrpSpPr/>
          <p:nvPr/>
        </p:nvGrpSpPr>
        <p:grpSpPr>
          <a:xfrm>
            <a:off x="40083342" y="22109273"/>
            <a:ext cx="3977640" cy="1768600"/>
            <a:chOff x="39384036" y="21370350"/>
            <a:chExt cx="3977640" cy="1768600"/>
          </a:xfrm>
        </p:grpSpPr>
        <p:sp>
          <p:nvSpPr>
            <p:cNvPr id="1429" name="TextBox 1428">
              <a:extLst>
                <a:ext uri="{FF2B5EF4-FFF2-40B4-BE49-F238E27FC236}">
                  <a16:creationId xmlns:a16="http://schemas.microsoft.com/office/drawing/2014/main" id="{20FADAA9-E23B-0B1F-22B6-2FF492147D71}"/>
                </a:ext>
              </a:extLst>
            </p:cNvPr>
            <p:cNvSpPr txBox="1"/>
            <p:nvPr/>
          </p:nvSpPr>
          <p:spPr>
            <a:xfrm>
              <a:off x="39384036" y="22431064"/>
              <a:ext cx="397764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Maven pro" pitchFamily="2" charset="0"/>
                  <a:cs typeface="Baloo 2" pitchFamily="2" charset="0"/>
                </a:rPr>
                <a:t>MAFFT </a:t>
              </a:r>
            </a:p>
          </p:txBody>
        </p:sp>
        <p:sp>
          <p:nvSpPr>
            <p:cNvPr id="1430" name="Rectangle: Rounded Corners 1429">
              <a:extLst>
                <a:ext uri="{FF2B5EF4-FFF2-40B4-BE49-F238E27FC236}">
                  <a16:creationId xmlns:a16="http://schemas.microsoft.com/office/drawing/2014/main" id="{D3246992-FE37-25A7-3006-24B3356F47AA}"/>
                </a:ext>
              </a:extLst>
            </p:cNvPr>
            <p:cNvSpPr/>
            <p:nvPr/>
          </p:nvSpPr>
          <p:spPr>
            <a:xfrm>
              <a:off x="41178867" y="21370350"/>
              <a:ext cx="387978" cy="82296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1114" name="Rectangle 1113">
            <a:extLst>
              <a:ext uri="{FF2B5EF4-FFF2-40B4-BE49-F238E27FC236}">
                <a16:creationId xmlns:a16="http://schemas.microsoft.com/office/drawing/2014/main" id="{5DAC3C19-C805-C124-F0B8-B3F4889A3D84}"/>
              </a:ext>
            </a:extLst>
          </p:cNvPr>
          <p:cNvSpPr/>
          <p:nvPr/>
        </p:nvSpPr>
        <p:spPr>
          <a:xfrm>
            <a:off x="40866154" y="4810270"/>
            <a:ext cx="198401" cy="3871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5" name="Connector: Elbow 1134">
            <a:extLst>
              <a:ext uri="{FF2B5EF4-FFF2-40B4-BE49-F238E27FC236}">
                <a16:creationId xmlns:a16="http://schemas.microsoft.com/office/drawing/2014/main" id="{99AE16FE-6212-C68B-3F8F-EE99E937DA53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014802" y="15159743"/>
            <a:ext cx="14136118" cy="5041059"/>
          </a:xfrm>
          <a:prstGeom prst="bentConnector3">
            <a:avLst>
              <a:gd name="adj1" fmla="val -9677"/>
            </a:avLst>
          </a:prstGeom>
          <a:ln w="254000">
            <a:solidFill>
              <a:srgbClr val="34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" name="Connector: Elbow 1537">
            <a:extLst>
              <a:ext uri="{FF2B5EF4-FFF2-40B4-BE49-F238E27FC236}">
                <a16:creationId xmlns:a16="http://schemas.microsoft.com/office/drawing/2014/main" id="{B39F8E3A-0D47-557B-74C8-BE18D40425D0}"/>
              </a:ext>
            </a:extLst>
          </p:cNvPr>
          <p:cNvCxnSpPr>
            <a:cxnSpLocks/>
          </p:cNvCxnSpPr>
          <p:nvPr/>
        </p:nvCxnSpPr>
        <p:spPr>
          <a:xfrm flipV="1">
            <a:off x="19156984" y="20200805"/>
            <a:ext cx="8949504" cy="1858800"/>
          </a:xfrm>
          <a:prstGeom prst="bentConnector3">
            <a:avLst>
              <a:gd name="adj1" fmla="val 99951"/>
            </a:avLst>
          </a:prstGeom>
          <a:ln w="254000">
            <a:solidFill>
              <a:srgbClr val="34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6" name="Rectangle: Rounded Corners 1445">
            <a:extLst>
              <a:ext uri="{FF2B5EF4-FFF2-40B4-BE49-F238E27FC236}">
                <a16:creationId xmlns:a16="http://schemas.microsoft.com/office/drawing/2014/main" id="{592A3DCA-118B-0A85-4597-101C640A3CCE}"/>
              </a:ext>
            </a:extLst>
          </p:cNvPr>
          <p:cNvSpPr/>
          <p:nvPr/>
        </p:nvSpPr>
        <p:spPr>
          <a:xfrm>
            <a:off x="24212542" y="21918998"/>
            <a:ext cx="411532" cy="101343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115" name="Rectangle 1114">
            <a:extLst>
              <a:ext uri="{FF2B5EF4-FFF2-40B4-BE49-F238E27FC236}">
                <a16:creationId xmlns:a16="http://schemas.microsoft.com/office/drawing/2014/main" id="{37C3B4E6-53EA-16EE-6966-8881380060AA}"/>
              </a:ext>
            </a:extLst>
          </p:cNvPr>
          <p:cNvSpPr/>
          <p:nvPr/>
        </p:nvSpPr>
        <p:spPr>
          <a:xfrm>
            <a:off x="19055330" y="21918998"/>
            <a:ext cx="190364" cy="102774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54" name="TextBox 1553">
            <a:extLst>
              <a:ext uri="{FF2B5EF4-FFF2-40B4-BE49-F238E27FC236}">
                <a16:creationId xmlns:a16="http://schemas.microsoft.com/office/drawing/2014/main" id="{03D1A205-919A-C354-9474-0DE2C4A7F4B8}"/>
              </a:ext>
            </a:extLst>
          </p:cNvPr>
          <p:cNvSpPr txBox="1"/>
          <p:nvPr/>
        </p:nvSpPr>
        <p:spPr>
          <a:xfrm>
            <a:off x="25607884" y="18412910"/>
            <a:ext cx="26565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Courier Prime" panose="00000509000000000000" pitchFamily="49" charset="0"/>
                <a:cs typeface="Baloo 2" pitchFamily="2" charset="0"/>
              </a:rPr>
              <a:t>Centroid references</a:t>
            </a:r>
          </a:p>
        </p:txBody>
      </p:sp>
      <p:cxnSp>
        <p:nvCxnSpPr>
          <p:cNvPr id="1556" name="Connector: Curved 1555">
            <a:extLst>
              <a:ext uri="{FF2B5EF4-FFF2-40B4-BE49-F238E27FC236}">
                <a16:creationId xmlns:a16="http://schemas.microsoft.com/office/drawing/2014/main" id="{6632C962-D94C-71B4-591A-70067AA84E7C}"/>
              </a:ext>
            </a:extLst>
          </p:cNvPr>
          <p:cNvCxnSpPr>
            <a:cxnSpLocks/>
            <a:stCxn id="1554" idx="3"/>
          </p:cNvCxnSpPr>
          <p:nvPr/>
        </p:nvCxnSpPr>
        <p:spPr>
          <a:xfrm>
            <a:off x="28264420" y="18920742"/>
            <a:ext cx="807936" cy="1046699"/>
          </a:xfrm>
          <a:prstGeom prst="curvedConnector2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86" name="TextBox 1585">
            <a:extLst>
              <a:ext uri="{FF2B5EF4-FFF2-40B4-BE49-F238E27FC236}">
                <a16:creationId xmlns:a16="http://schemas.microsoft.com/office/drawing/2014/main" id="{7D938EEC-E558-1A6D-D61C-2B92827BC6A3}"/>
              </a:ext>
            </a:extLst>
          </p:cNvPr>
          <p:cNvSpPr txBox="1"/>
          <p:nvPr/>
        </p:nvSpPr>
        <p:spPr>
          <a:xfrm>
            <a:off x="22993404" y="16891778"/>
            <a:ext cx="28910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Courier Prime" panose="00000509000000000000" pitchFamily="49" charset="0"/>
                <a:cs typeface="Baloo 2" pitchFamily="2" charset="0"/>
              </a:rPr>
              <a:t>Merge input streams</a:t>
            </a:r>
          </a:p>
        </p:txBody>
      </p:sp>
      <p:cxnSp>
        <p:nvCxnSpPr>
          <p:cNvPr id="1587" name="Connector: Curved 1586">
            <a:extLst>
              <a:ext uri="{FF2B5EF4-FFF2-40B4-BE49-F238E27FC236}">
                <a16:creationId xmlns:a16="http://schemas.microsoft.com/office/drawing/2014/main" id="{2708A519-A09E-9EF0-62E1-ADF5770DE4BD}"/>
              </a:ext>
            </a:extLst>
          </p:cNvPr>
          <p:cNvCxnSpPr>
            <a:cxnSpLocks/>
            <a:stCxn id="1586" idx="3"/>
          </p:cNvCxnSpPr>
          <p:nvPr/>
        </p:nvCxnSpPr>
        <p:spPr>
          <a:xfrm flipV="1">
            <a:off x="25884411" y="16577770"/>
            <a:ext cx="482471" cy="821840"/>
          </a:xfrm>
          <a:prstGeom prst="curvedConnector2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95" name="TextBox 1594">
            <a:extLst>
              <a:ext uri="{FF2B5EF4-FFF2-40B4-BE49-F238E27FC236}">
                <a16:creationId xmlns:a16="http://schemas.microsoft.com/office/drawing/2014/main" id="{A0705130-B8E9-E463-9F05-B4F68770E2E1}"/>
              </a:ext>
            </a:extLst>
          </p:cNvPr>
          <p:cNvSpPr txBox="1"/>
          <p:nvPr/>
        </p:nvSpPr>
        <p:spPr>
          <a:xfrm>
            <a:off x="31206925" y="12671188"/>
            <a:ext cx="21861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Courier Prime" panose="00000509000000000000" pitchFamily="49" charset="0"/>
                <a:cs typeface="Baloo 2" pitchFamily="2" charset="0"/>
              </a:rPr>
              <a:t>Classify segments</a:t>
            </a:r>
          </a:p>
        </p:txBody>
      </p:sp>
      <p:cxnSp>
        <p:nvCxnSpPr>
          <p:cNvPr id="1596" name="Connector: Curved 1595">
            <a:extLst>
              <a:ext uri="{FF2B5EF4-FFF2-40B4-BE49-F238E27FC236}">
                <a16:creationId xmlns:a16="http://schemas.microsoft.com/office/drawing/2014/main" id="{C17546B8-8A2D-51C7-4C9A-F4BFD5F54949}"/>
              </a:ext>
            </a:extLst>
          </p:cNvPr>
          <p:cNvCxnSpPr>
            <a:cxnSpLocks/>
            <a:stCxn id="1595" idx="1"/>
          </p:cNvCxnSpPr>
          <p:nvPr/>
        </p:nvCxnSpPr>
        <p:spPr>
          <a:xfrm rot="10800000" flipV="1">
            <a:off x="30877881" y="13179019"/>
            <a:ext cx="329045" cy="904587"/>
          </a:xfrm>
          <a:prstGeom prst="curvedConnector2">
            <a:avLst/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8" name="TextBox 1157">
            <a:extLst>
              <a:ext uri="{FF2B5EF4-FFF2-40B4-BE49-F238E27FC236}">
                <a16:creationId xmlns:a16="http://schemas.microsoft.com/office/drawing/2014/main" id="{27B6FFBD-1DF5-2D0B-E56A-5EB21BA16C2F}"/>
              </a:ext>
            </a:extLst>
          </p:cNvPr>
          <p:cNvSpPr txBox="1"/>
          <p:nvPr/>
        </p:nvSpPr>
        <p:spPr>
          <a:xfrm>
            <a:off x="21341107" y="3423625"/>
            <a:ext cx="14459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Courier Prime" panose="00000509000000000000" pitchFamily="49" charset="0"/>
                <a:cs typeface="Baloo 2" pitchFamily="2" charset="0"/>
              </a:rPr>
              <a:t>NCBI </a:t>
            </a:r>
            <a:r>
              <a:rPr lang="en-US" sz="3000" dirty="0" err="1">
                <a:latin typeface="Courier Prime" panose="00000509000000000000" pitchFamily="49" charset="0"/>
                <a:cs typeface="Baloo 2" pitchFamily="2" charset="0"/>
              </a:rPr>
              <a:t>taxid</a:t>
            </a:r>
            <a:endParaRPr lang="en-US" sz="3000" dirty="0">
              <a:latin typeface="Courier Prime" panose="00000509000000000000" pitchFamily="49" charset="0"/>
              <a:cs typeface="Baloo 2" pitchFamily="2" charset="0"/>
            </a:endParaRPr>
          </a:p>
        </p:txBody>
      </p:sp>
      <p:cxnSp>
        <p:nvCxnSpPr>
          <p:cNvPr id="1159" name="Connector: Curved 1158">
            <a:extLst>
              <a:ext uri="{FF2B5EF4-FFF2-40B4-BE49-F238E27FC236}">
                <a16:creationId xmlns:a16="http://schemas.microsoft.com/office/drawing/2014/main" id="{12567F6E-D0CF-293A-D6D4-257DC929FD8B}"/>
              </a:ext>
            </a:extLst>
          </p:cNvPr>
          <p:cNvCxnSpPr>
            <a:cxnSpLocks/>
            <a:stCxn id="1158" idx="2"/>
          </p:cNvCxnSpPr>
          <p:nvPr/>
        </p:nvCxnSpPr>
        <p:spPr>
          <a:xfrm rot="16200000" flipH="1">
            <a:off x="21920843" y="4582523"/>
            <a:ext cx="460331" cy="173860"/>
          </a:xfrm>
          <a:prstGeom prst="curvedConnector3">
            <a:avLst>
              <a:gd name="adj1" fmla="val 50000"/>
            </a:avLst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7" name="TextBox 1166">
            <a:extLst>
              <a:ext uri="{FF2B5EF4-FFF2-40B4-BE49-F238E27FC236}">
                <a16:creationId xmlns:a16="http://schemas.microsoft.com/office/drawing/2014/main" id="{446A1698-1225-53B4-1AFA-18190F1C7162}"/>
              </a:ext>
            </a:extLst>
          </p:cNvPr>
          <p:cNvSpPr txBox="1"/>
          <p:nvPr/>
        </p:nvSpPr>
        <p:spPr>
          <a:xfrm>
            <a:off x="27380136" y="6732505"/>
            <a:ext cx="29755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Courier Prime" panose="00000509000000000000" pitchFamily="49" charset="0"/>
                <a:cs typeface="Baloo 2" pitchFamily="2" charset="0"/>
              </a:rPr>
              <a:t>Subtype info (optional)</a:t>
            </a:r>
          </a:p>
        </p:txBody>
      </p:sp>
      <p:cxnSp>
        <p:nvCxnSpPr>
          <p:cNvPr id="1168" name="Connector: Curved 1167">
            <a:extLst>
              <a:ext uri="{FF2B5EF4-FFF2-40B4-BE49-F238E27FC236}">
                <a16:creationId xmlns:a16="http://schemas.microsoft.com/office/drawing/2014/main" id="{B6AE2E61-E629-E248-07CB-2529B1921C7B}"/>
              </a:ext>
            </a:extLst>
          </p:cNvPr>
          <p:cNvCxnSpPr>
            <a:cxnSpLocks/>
            <a:stCxn id="1167" idx="0"/>
          </p:cNvCxnSpPr>
          <p:nvPr/>
        </p:nvCxnSpPr>
        <p:spPr>
          <a:xfrm rot="5400000" flipH="1" flipV="1">
            <a:off x="28776643" y="6436792"/>
            <a:ext cx="386988" cy="204438"/>
          </a:xfrm>
          <a:prstGeom prst="curvedConnector3">
            <a:avLst>
              <a:gd name="adj1" fmla="val 50000"/>
            </a:avLst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5" name="TextBox 1174">
            <a:extLst>
              <a:ext uri="{FF2B5EF4-FFF2-40B4-BE49-F238E27FC236}">
                <a16:creationId xmlns:a16="http://schemas.microsoft.com/office/drawing/2014/main" id="{C1A234AB-A0DF-BE76-D308-CABAF1575FEB}"/>
              </a:ext>
            </a:extLst>
          </p:cNvPr>
          <p:cNvSpPr txBox="1"/>
          <p:nvPr/>
        </p:nvSpPr>
        <p:spPr>
          <a:xfrm>
            <a:off x="32655390" y="3043557"/>
            <a:ext cx="28157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Courier Prime" panose="00000509000000000000" pitchFamily="49" charset="0"/>
                <a:cs typeface="Baloo 2" pitchFamily="2" charset="0"/>
              </a:rPr>
              <a:t>Merge &amp; standardize</a:t>
            </a:r>
          </a:p>
        </p:txBody>
      </p:sp>
      <p:cxnSp>
        <p:nvCxnSpPr>
          <p:cNvPr id="1176" name="Connector: Curved 1175">
            <a:extLst>
              <a:ext uri="{FF2B5EF4-FFF2-40B4-BE49-F238E27FC236}">
                <a16:creationId xmlns:a16="http://schemas.microsoft.com/office/drawing/2014/main" id="{90DC1FE3-2E2A-2F4E-17DD-C8FC03F8F222}"/>
              </a:ext>
            </a:extLst>
          </p:cNvPr>
          <p:cNvCxnSpPr>
            <a:cxnSpLocks/>
            <a:stCxn id="1175" idx="2"/>
          </p:cNvCxnSpPr>
          <p:nvPr/>
        </p:nvCxnSpPr>
        <p:spPr>
          <a:xfrm rot="16200000" flipH="1">
            <a:off x="33897689" y="4224776"/>
            <a:ext cx="508454" cy="177342"/>
          </a:xfrm>
          <a:prstGeom prst="curvedConnector3">
            <a:avLst>
              <a:gd name="adj1" fmla="val 50000"/>
            </a:avLst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8" name="TextBox 1187">
            <a:extLst>
              <a:ext uri="{FF2B5EF4-FFF2-40B4-BE49-F238E27FC236}">
                <a16:creationId xmlns:a16="http://schemas.microsoft.com/office/drawing/2014/main" id="{82FF13AD-7695-9519-E616-70EF73C1B793}"/>
              </a:ext>
            </a:extLst>
          </p:cNvPr>
          <p:cNvSpPr txBox="1"/>
          <p:nvPr/>
        </p:nvSpPr>
        <p:spPr>
          <a:xfrm>
            <a:off x="16029471" y="25454259"/>
            <a:ext cx="36475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Courier Prime" panose="00000509000000000000" pitchFamily="49" charset="0"/>
                <a:cs typeface="Baloo 2" pitchFamily="2" charset="0"/>
              </a:rPr>
              <a:t>Configured for VAPER assembler</a:t>
            </a:r>
          </a:p>
        </p:txBody>
      </p:sp>
      <p:cxnSp>
        <p:nvCxnSpPr>
          <p:cNvPr id="1189" name="Connector: Curved 1188">
            <a:extLst>
              <a:ext uri="{FF2B5EF4-FFF2-40B4-BE49-F238E27FC236}">
                <a16:creationId xmlns:a16="http://schemas.microsoft.com/office/drawing/2014/main" id="{7BCA9575-DB3B-69C6-EE15-5E07855A388D}"/>
              </a:ext>
            </a:extLst>
          </p:cNvPr>
          <p:cNvCxnSpPr>
            <a:cxnSpLocks/>
            <a:stCxn id="1188" idx="0"/>
          </p:cNvCxnSpPr>
          <p:nvPr/>
        </p:nvCxnSpPr>
        <p:spPr>
          <a:xfrm rot="5400000" flipH="1" flipV="1">
            <a:off x="17628753" y="25229745"/>
            <a:ext cx="449028" cy="12700"/>
          </a:xfrm>
          <a:prstGeom prst="curvedConnector3">
            <a:avLst>
              <a:gd name="adj1" fmla="val 50000"/>
            </a:avLst>
          </a:prstGeom>
          <a:ln w="349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09" name="Picture 6">
            <a:extLst>
              <a:ext uri="{FF2B5EF4-FFF2-40B4-BE49-F238E27FC236}">
                <a16:creationId xmlns:a16="http://schemas.microsoft.com/office/drawing/2014/main" id="{D2F10532-7175-09D4-4272-27E8C3BBB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7651754" y="6338802"/>
            <a:ext cx="652114" cy="868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0328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activity xmlns="f2b62b15-80e1-4d0a-840a-7bfa1a84b0ef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69B16BD5DABD47B6EC6D6046690504" ma:contentTypeVersion="17" ma:contentTypeDescription="Create a new document." ma:contentTypeScope="" ma:versionID="a8c302c69d56c4b2f78e7847c60627f7">
  <xsd:schema xmlns:xsd="http://www.w3.org/2001/XMLSchema" xmlns:xs="http://www.w3.org/2001/XMLSchema" xmlns:p="http://schemas.microsoft.com/office/2006/metadata/properties" xmlns:ns1="http://schemas.microsoft.com/sharepoint/v3" xmlns:ns3="f2b62b15-80e1-4d0a-840a-7bfa1a84b0ef" xmlns:ns4="3b12a43a-d46c-442c-80ed-850136c6366a" targetNamespace="http://schemas.microsoft.com/office/2006/metadata/properties" ma:root="true" ma:fieldsID="dbad766ee67e3b6ba6e937223de5da7b" ns1:_="" ns3:_="" ns4:_="">
    <xsd:import namespace="http://schemas.microsoft.com/sharepoint/v3"/>
    <xsd:import namespace="f2b62b15-80e1-4d0a-840a-7bfa1a84b0ef"/>
    <xsd:import namespace="3b12a43a-d46c-442c-80ed-850136c6366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1:_ip_UnifiedCompliancePolicyProperties" minOccurs="0"/>
                <xsd:element ref="ns1:_ip_UnifiedCompliancePolicyUIAction" minOccurs="0"/>
                <xsd:element ref="ns3:MediaServiceObjectDetectorVersions" minOccurs="0"/>
                <xsd:element ref="ns3:MediaLengthInSecond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b62b15-80e1-4d0a-840a-7bfa1a84b0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12a43a-d46c-442c-80ed-850136c6366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65B05CD-C345-42A3-A57E-AAC5C0E995D7}">
  <ds:schemaRefs>
    <ds:schemaRef ds:uri="http://schemas.microsoft.com/office/2006/metadata/properties"/>
    <ds:schemaRef ds:uri="http://schemas.microsoft.com/office/2006/documentManagement/types"/>
    <ds:schemaRef ds:uri="3b12a43a-d46c-442c-80ed-850136c6366a"/>
    <ds:schemaRef ds:uri="http://www.w3.org/XML/1998/namespace"/>
    <ds:schemaRef ds:uri="http://schemas.microsoft.com/office/infopath/2007/PartnerControls"/>
    <ds:schemaRef ds:uri="http://schemas.microsoft.com/sharepoint/v3"/>
    <ds:schemaRef ds:uri="http://purl.org/dc/elements/1.1/"/>
    <ds:schemaRef ds:uri="http://purl.org/dc/terms/"/>
    <ds:schemaRef ds:uri="http://schemas.openxmlformats.org/package/2006/metadata/core-properties"/>
    <ds:schemaRef ds:uri="f2b62b15-80e1-4d0a-840a-7bfa1a84b0ef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EFEC442-C14D-411E-B6E7-419DFE747B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C0CC8F-76A1-4514-A797-CD71E98FB0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2b62b15-80e1-4d0a-840a-7bfa1a84b0ef"/>
    <ds:schemaRef ds:uri="3b12a43a-d46c-442c-80ed-850136c636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520fa42-cf58-4c22-8b93-58cf1d3bd1cb}" enabled="1" method="Standard" siteId="{11d0e217-264e-400a-8ba0-57dcc127d72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1427</TotalTime>
  <Words>120</Words>
  <Application>Microsoft Office PowerPoint</Application>
  <PresentationFormat>Custom</PresentationFormat>
  <Paragraphs>47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Courier Prime</vt:lpstr>
      <vt:lpstr>Maven pro</vt:lpstr>
      <vt:lpstr>Office Theme</vt:lpstr>
      <vt:lpstr>PowerPoint Presentation</vt:lpstr>
    </vt:vector>
  </TitlesOfParts>
  <Company>Washington State Department of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Johnson, Jared D (DOH)</dc:creator>
  <cp:lastModifiedBy>Johnson, Jared D (DOH)</cp:lastModifiedBy>
  <cp:revision>2</cp:revision>
  <dcterms:created xsi:type="dcterms:W3CDTF">2025-11-24T19:03:19Z</dcterms:created>
  <dcterms:modified xsi:type="dcterms:W3CDTF">2026-04-03T20:21:30Z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0x010100C469B16BD5DABD47B6EC6D6046690504</vt:lpwstr>
  </property>
</Properties>
</file>